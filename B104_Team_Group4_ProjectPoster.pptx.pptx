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8288000" cy="10287000"/>
  <p:notesSz cx="6858000" cy="9144000"/>
  <p:embeddedFontLst>
    <p:embeddedFont>
      <p:font typeface="Cy Grotesk Key Bold" charset="1" panose="00000800000000000000"/>
      <p:regular r:id="rId7"/>
    </p:embeddedFont>
    <p:embeddedFont>
      <p:font typeface="Canva Sans Bold" charset="1" panose="020B0803030501040103"/>
      <p:regular r:id="rId8"/>
    </p:embeddedFont>
    <p:embeddedFont>
      <p:font typeface="Canva Sans" charset="1" panose="020B0503030501040103"/>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41274" y="1748032"/>
            <a:ext cx="5616000" cy="918370"/>
            <a:chOff x="0" y="0"/>
            <a:chExt cx="10597513" cy="1732984"/>
          </a:xfrm>
        </p:grpSpPr>
        <p:sp>
          <p:nvSpPr>
            <p:cNvPr name="Freeform 3" id="3"/>
            <p:cNvSpPr/>
            <p:nvPr/>
          </p:nvSpPr>
          <p:spPr>
            <a:xfrm flipH="false" flipV="false" rot="0">
              <a:off x="10160" y="16510"/>
              <a:ext cx="10574654" cy="1705044"/>
            </a:xfrm>
            <a:custGeom>
              <a:avLst/>
              <a:gdLst/>
              <a:ahLst/>
              <a:cxnLst/>
              <a:rect r="r" b="b" t="t" l="l"/>
              <a:pathLst>
                <a:path h="1705044" w="10574654">
                  <a:moveTo>
                    <a:pt x="10574654" y="1705044"/>
                  </a:moveTo>
                  <a:lnTo>
                    <a:pt x="0" y="1697424"/>
                  </a:lnTo>
                  <a:lnTo>
                    <a:pt x="0" y="604581"/>
                  </a:lnTo>
                  <a:lnTo>
                    <a:pt x="17780" y="19050"/>
                  </a:lnTo>
                  <a:lnTo>
                    <a:pt x="5271453" y="0"/>
                  </a:lnTo>
                  <a:lnTo>
                    <a:pt x="10555604" y="5080"/>
                  </a:lnTo>
                  <a:close/>
                </a:path>
              </a:pathLst>
            </a:custGeom>
            <a:solidFill>
              <a:srgbClr val="FFFFFF"/>
            </a:solidFill>
          </p:spPr>
        </p:sp>
        <p:sp>
          <p:nvSpPr>
            <p:cNvPr name="Freeform 4" id="4"/>
            <p:cNvSpPr/>
            <p:nvPr/>
          </p:nvSpPr>
          <p:spPr>
            <a:xfrm flipH="false" flipV="false" rot="0">
              <a:off x="-215" y="0"/>
              <a:ext cx="10598998" cy="1731008"/>
            </a:xfrm>
            <a:custGeom>
              <a:avLst/>
              <a:gdLst/>
              <a:ahLst/>
              <a:cxnLst/>
              <a:rect r="r" b="b" t="t" l="l"/>
              <a:pathLst>
                <a:path h="1731008" w="10598998">
                  <a:moveTo>
                    <a:pt x="10565979" y="21590"/>
                  </a:moveTo>
                  <a:cubicBezTo>
                    <a:pt x="10567248" y="34290"/>
                    <a:pt x="10567248" y="44450"/>
                    <a:pt x="10568518" y="54610"/>
                  </a:cubicBezTo>
                  <a:cubicBezTo>
                    <a:pt x="10571058" y="89186"/>
                    <a:pt x="10572329" y="125160"/>
                    <a:pt x="10574868" y="159850"/>
                  </a:cubicBezTo>
                  <a:cubicBezTo>
                    <a:pt x="10574868" y="209957"/>
                    <a:pt x="10587568" y="1197963"/>
                    <a:pt x="10593918" y="1248070"/>
                  </a:cubicBezTo>
                  <a:cubicBezTo>
                    <a:pt x="10600268" y="1323873"/>
                    <a:pt x="10596458" y="1400961"/>
                    <a:pt x="10596458" y="1476763"/>
                  </a:cubicBezTo>
                  <a:cubicBezTo>
                    <a:pt x="10596458" y="1543573"/>
                    <a:pt x="10597729" y="1605243"/>
                    <a:pt x="10598998" y="1670754"/>
                  </a:cubicBezTo>
                  <a:cubicBezTo>
                    <a:pt x="10598998" y="1692344"/>
                    <a:pt x="10598998" y="1706314"/>
                    <a:pt x="10598998" y="1730444"/>
                  </a:cubicBezTo>
                  <a:cubicBezTo>
                    <a:pt x="10576138" y="1730444"/>
                    <a:pt x="10555818" y="1731714"/>
                    <a:pt x="10506666" y="1730444"/>
                  </a:cubicBezTo>
                  <a:cubicBezTo>
                    <a:pt x="9965878" y="1725364"/>
                    <a:pt x="9416771" y="1731714"/>
                    <a:pt x="8875983" y="1726634"/>
                  </a:cubicBezTo>
                  <a:cubicBezTo>
                    <a:pt x="8551511" y="1722824"/>
                    <a:pt x="8235359" y="1725364"/>
                    <a:pt x="7910886" y="1722824"/>
                  </a:cubicBezTo>
                  <a:cubicBezTo>
                    <a:pt x="7761130" y="1721554"/>
                    <a:pt x="7611374" y="1720284"/>
                    <a:pt x="7461617" y="1719014"/>
                  </a:cubicBezTo>
                  <a:cubicBezTo>
                    <a:pt x="7370099" y="1719014"/>
                    <a:pt x="7286901" y="1720284"/>
                    <a:pt x="7195383" y="1720284"/>
                  </a:cubicBezTo>
                  <a:cubicBezTo>
                    <a:pt x="6962429" y="1719014"/>
                    <a:pt x="6321803" y="1720284"/>
                    <a:pt x="6088849" y="1719014"/>
                  </a:cubicBezTo>
                  <a:cubicBezTo>
                    <a:pt x="5922453" y="1717744"/>
                    <a:pt x="2594531" y="1726634"/>
                    <a:pt x="2428135" y="1725364"/>
                  </a:cubicBezTo>
                  <a:cubicBezTo>
                    <a:pt x="2386536" y="1725364"/>
                    <a:pt x="2336617" y="1726634"/>
                    <a:pt x="2295018" y="1726634"/>
                  </a:cubicBezTo>
                  <a:cubicBezTo>
                    <a:pt x="2195180" y="1726634"/>
                    <a:pt x="2103662" y="1727904"/>
                    <a:pt x="2003825" y="1727904"/>
                  </a:cubicBezTo>
                  <a:cubicBezTo>
                    <a:pt x="1754231" y="1727904"/>
                    <a:pt x="1512956" y="1726634"/>
                    <a:pt x="1263362" y="1725364"/>
                  </a:cubicBezTo>
                  <a:cubicBezTo>
                    <a:pt x="1113606" y="1724094"/>
                    <a:pt x="963849" y="1722824"/>
                    <a:pt x="822412" y="1721554"/>
                  </a:cubicBezTo>
                  <a:cubicBezTo>
                    <a:pt x="556179" y="1720284"/>
                    <a:pt x="289945" y="1719014"/>
                    <a:pt x="44665" y="1719014"/>
                  </a:cubicBezTo>
                  <a:cubicBezTo>
                    <a:pt x="34505" y="1719014"/>
                    <a:pt x="25615" y="1719014"/>
                    <a:pt x="15455" y="1717744"/>
                  </a:cubicBezTo>
                  <a:cubicBezTo>
                    <a:pt x="6565" y="1716474"/>
                    <a:pt x="1485" y="1710124"/>
                    <a:pt x="4025" y="1701234"/>
                  </a:cubicBezTo>
                  <a:cubicBezTo>
                    <a:pt x="12915" y="1669482"/>
                    <a:pt x="9105" y="1637363"/>
                    <a:pt x="7835" y="1603958"/>
                  </a:cubicBezTo>
                  <a:cubicBezTo>
                    <a:pt x="6565" y="1535864"/>
                    <a:pt x="2755" y="1469055"/>
                    <a:pt x="4025" y="1400961"/>
                  </a:cubicBezTo>
                  <a:cubicBezTo>
                    <a:pt x="1485" y="1316164"/>
                    <a:pt x="-3595" y="266487"/>
                    <a:pt x="4025" y="180406"/>
                  </a:cubicBezTo>
                  <a:cubicBezTo>
                    <a:pt x="5295" y="163704"/>
                    <a:pt x="4025" y="145717"/>
                    <a:pt x="5295" y="129015"/>
                  </a:cubicBezTo>
                  <a:cubicBezTo>
                    <a:pt x="6565" y="102034"/>
                    <a:pt x="9105" y="72484"/>
                    <a:pt x="10375" y="44450"/>
                  </a:cubicBezTo>
                  <a:cubicBezTo>
                    <a:pt x="10375" y="41910"/>
                    <a:pt x="11645" y="39370"/>
                    <a:pt x="12915" y="38100"/>
                  </a:cubicBezTo>
                  <a:cubicBezTo>
                    <a:pt x="34505" y="35560"/>
                    <a:pt x="81950" y="30480"/>
                    <a:pt x="215067" y="29210"/>
                  </a:cubicBezTo>
                  <a:cubicBezTo>
                    <a:pt x="439701" y="25400"/>
                    <a:pt x="664336" y="22860"/>
                    <a:pt x="897291" y="20320"/>
                  </a:cubicBezTo>
                  <a:cubicBezTo>
                    <a:pt x="1055367" y="17780"/>
                    <a:pt x="1213443" y="16510"/>
                    <a:pt x="1363200" y="13970"/>
                  </a:cubicBezTo>
                  <a:cubicBezTo>
                    <a:pt x="1512956" y="11430"/>
                    <a:pt x="1671033" y="8890"/>
                    <a:pt x="1820789" y="8890"/>
                  </a:cubicBezTo>
                  <a:cubicBezTo>
                    <a:pt x="1987185" y="7620"/>
                    <a:pt x="2153581" y="10160"/>
                    <a:pt x="2319977" y="8890"/>
                  </a:cubicBezTo>
                  <a:cubicBezTo>
                    <a:pt x="2527973" y="8890"/>
                    <a:pt x="6296844" y="6350"/>
                    <a:pt x="6504839" y="5080"/>
                  </a:cubicBezTo>
                  <a:cubicBezTo>
                    <a:pt x="6704514" y="3810"/>
                    <a:pt x="6904190" y="2540"/>
                    <a:pt x="7112186" y="2540"/>
                  </a:cubicBezTo>
                  <a:cubicBezTo>
                    <a:pt x="7453297" y="1270"/>
                    <a:pt x="7786089" y="0"/>
                    <a:pt x="8127201" y="0"/>
                  </a:cubicBezTo>
                  <a:cubicBezTo>
                    <a:pt x="8268638" y="0"/>
                    <a:pt x="8418394" y="2540"/>
                    <a:pt x="8559831" y="2540"/>
                  </a:cubicBezTo>
                  <a:cubicBezTo>
                    <a:pt x="8950862" y="3810"/>
                    <a:pt x="9350213" y="5080"/>
                    <a:pt x="9741244" y="7620"/>
                  </a:cubicBezTo>
                  <a:cubicBezTo>
                    <a:pt x="9949239" y="8890"/>
                    <a:pt x="10157234" y="12700"/>
                    <a:pt x="10365229" y="16510"/>
                  </a:cubicBezTo>
                  <a:cubicBezTo>
                    <a:pt x="10415148" y="16510"/>
                    <a:pt x="10465067" y="16510"/>
                    <a:pt x="10506666" y="16510"/>
                  </a:cubicBezTo>
                  <a:cubicBezTo>
                    <a:pt x="10546929" y="17780"/>
                    <a:pt x="10555818" y="20320"/>
                    <a:pt x="10565979" y="21590"/>
                  </a:cubicBezTo>
                  <a:close/>
                  <a:moveTo>
                    <a:pt x="10576138" y="1713934"/>
                  </a:moveTo>
                  <a:cubicBezTo>
                    <a:pt x="10577408" y="1697424"/>
                    <a:pt x="10578679" y="1684724"/>
                    <a:pt x="10578679" y="1672024"/>
                  </a:cubicBezTo>
                  <a:cubicBezTo>
                    <a:pt x="10577408" y="1598819"/>
                    <a:pt x="10576138" y="1530725"/>
                    <a:pt x="10576138" y="1457491"/>
                  </a:cubicBezTo>
                  <a:cubicBezTo>
                    <a:pt x="10576138" y="1424087"/>
                    <a:pt x="10578679" y="1390682"/>
                    <a:pt x="10577408" y="1357278"/>
                  </a:cubicBezTo>
                  <a:cubicBezTo>
                    <a:pt x="10577408" y="1326442"/>
                    <a:pt x="10576138" y="1294323"/>
                    <a:pt x="10574868" y="1263488"/>
                  </a:cubicBezTo>
                  <a:cubicBezTo>
                    <a:pt x="10569788" y="1215950"/>
                    <a:pt x="10558358" y="231798"/>
                    <a:pt x="10558358" y="184261"/>
                  </a:cubicBezTo>
                  <a:cubicBezTo>
                    <a:pt x="10555818" y="144432"/>
                    <a:pt x="10553279" y="103319"/>
                    <a:pt x="10550738" y="63500"/>
                  </a:cubicBezTo>
                  <a:cubicBezTo>
                    <a:pt x="10549468" y="44450"/>
                    <a:pt x="10548198" y="43180"/>
                    <a:pt x="10481706" y="41910"/>
                  </a:cubicBezTo>
                  <a:cubicBezTo>
                    <a:pt x="10456747" y="41910"/>
                    <a:pt x="10440107" y="41910"/>
                    <a:pt x="10415148" y="40640"/>
                  </a:cubicBezTo>
                  <a:cubicBezTo>
                    <a:pt x="10207153" y="36830"/>
                    <a:pt x="9990838" y="31750"/>
                    <a:pt x="9782843" y="30480"/>
                  </a:cubicBezTo>
                  <a:cubicBezTo>
                    <a:pt x="9275334" y="26670"/>
                    <a:pt x="8759507" y="25400"/>
                    <a:pt x="8251999" y="22860"/>
                  </a:cubicBezTo>
                  <a:cubicBezTo>
                    <a:pt x="8177121" y="22860"/>
                    <a:pt x="8093923" y="22860"/>
                    <a:pt x="8019044" y="22860"/>
                  </a:cubicBezTo>
                  <a:cubicBezTo>
                    <a:pt x="7894247" y="22860"/>
                    <a:pt x="7769450" y="22860"/>
                    <a:pt x="7652973" y="22860"/>
                  </a:cubicBezTo>
                  <a:cubicBezTo>
                    <a:pt x="7386739" y="22860"/>
                    <a:pt x="7120505" y="22860"/>
                    <a:pt x="6862591" y="24130"/>
                  </a:cubicBezTo>
                  <a:cubicBezTo>
                    <a:pt x="6637956" y="25400"/>
                    <a:pt x="2852445" y="29210"/>
                    <a:pt x="2627810" y="29210"/>
                  </a:cubicBezTo>
                  <a:cubicBezTo>
                    <a:pt x="2261739" y="29210"/>
                    <a:pt x="1895668" y="26670"/>
                    <a:pt x="1529596" y="33020"/>
                  </a:cubicBezTo>
                  <a:cubicBezTo>
                    <a:pt x="1338240" y="36830"/>
                    <a:pt x="1155205" y="36830"/>
                    <a:pt x="972169" y="38100"/>
                  </a:cubicBezTo>
                  <a:cubicBezTo>
                    <a:pt x="656016" y="41910"/>
                    <a:pt x="339864" y="45720"/>
                    <a:pt x="45935" y="50800"/>
                  </a:cubicBezTo>
                  <a:cubicBezTo>
                    <a:pt x="33235" y="50800"/>
                    <a:pt x="30695" y="53340"/>
                    <a:pt x="29425" y="68629"/>
                  </a:cubicBezTo>
                  <a:cubicBezTo>
                    <a:pt x="28155" y="91756"/>
                    <a:pt x="28155" y="114882"/>
                    <a:pt x="26885" y="138008"/>
                  </a:cubicBezTo>
                  <a:cubicBezTo>
                    <a:pt x="25615" y="176552"/>
                    <a:pt x="23075" y="213811"/>
                    <a:pt x="21805" y="252355"/>
                  </a:cubicBezTo>
                  <a:cubicBezTo>
                    <a:pt x="16725" y="293468"/>
                    <a:pt x="23075" y="1298177"/>
                    <a:pt x="25615" y="1339290"/>
                  </a:cubicBezTo>
                  <a:cubicBezTo>
                    <a:pt x="25615" y="1382973"/>
                    <a:pt x="25615" y="1427941"/>
                    <a:pt x="26885" y="1471624"/>
                  </a:cubicBezTo>
                  <a:cubicBezTo>
                    <a:pt x="26885" y="1503744"/>
                    <a:pt x="29425" y="1535864"/>
                    <a:pt x="29425" y="1567984"/>
                  </a:cubicBezTo>
                  <a:cubicBezTo>
                    <a:pt x="29425" y="1602673"/>
                    <a:pt x="29425" y="1637363"/>
                    <a:pt x="28155" y="1672024"/>
                  </a:cubicBezTo>
                  <a:cubicBezTo>
                    <a:pt x="28155" y="1675834"/>
                    <a:pt x="28155" y="1678374"/>
                    <a:pt x="28155" y="1682184"/>
                  </a:cubicBezTo>
                  <a:cubicBezTo>
                    <a:pt x="28155" y="1692344"/>
                    <a:pt x="31965" y="1696154"/>
                    <a:pt x="40855" y="1696154"/>
                  </a:cubicBezTo>
                  <a:cubicBezTo>
                    <a:pt x="98589" y="1696154"/>
                    <a:pt x="215067" y="1697424"/>
                    <a:pt x="323224" y="1697424"/>
                  </a:cubicBezTo>
                  <a:cubicBezTo>
                    <a:pt x="481300" y="1697424"/>
                    <a:pt x="647697" y="1694884"/>
                    <a:pt x="805773" y="1697424"/>
                  </a:cubicBezTo>
                  <a:cubicBezTo>
                    <a:pt x="1063687" y="1701234"/>
                    <a:pt x="1321601" y="1703774"/>
                    <a:pt x="1579515" y="1702504"/>
                  </a:cubicBezTo>
                  <a:cubicBezTo>
                    <a:pt x="1745911" y="1701234"/>
                    <a:pt x="1903987" y="1703774"/>
                    <a:pt x="2070383" y="1703774"/>
                  </a:cubicBezTo>
                  <a:cubicBezTo>
                    <a:pt x="2311658" y="1703774"/>
                    <a:pt x="2552932" y="1702504"/>
                    <a:pt x="2794206" y="1703774"/>
                  </a:cubicBezTo>
                  <a:cubicBezTo>
                    <a:pt x="3151958" y="1705044"/>
                    <a:pt x="7078906" y="1694884"/>
                    <a:pt x="7444978" y="1697424"/>
                  </a:cubicBezTo>
                  <a:cubicBezTo>
                    <a:pt x="7603054" y="1698694"/>
                    <a:pt x="7761130" y="1699964"/>
                    <a:pt x="7910886" y="1699964"/>
                  </a:cubicBezTo>
                  <a:cubicBezTo>
                    <a:pt x="8185440" y="1702504"/>
                    <a:pt x="8451674" y="1698694"/>
                    <a:pt x="8726227" y="1702504"/>
                  </a:cubicBezTo>
                  <a:cubicBezTo>
                    <a:pt x="8950862" y="1705044"/>
                    <a:pt x="9175496" y="1705044"/>
                    <a:pt x="9400131" y="1707584"/>
                  </a:cubicBezTo>
                  <a:cubicBezTo>
                    <a:pt x="9732924" y="1711394"/>
                    <a:pt x="10065716" y="1713934"/>
                    <a:pt x="10398508" y="1715204"/>
                  </a:cubicBezTo>
                  <a:cubicBezTo>
                    <a:pt x="10523305" y="1715204"/>
                    <a:pt x="10555818" y="1713934"/>
                    <a:pt x="10576138" y="1713934"/>
                  </a:cubicBezTo>
                  <a:close/>
                </a:path>
              </a:pathLst>
            </a:custGeom>
            <a:solidFill>
              <a:srgbClr val="FFFFFF"/>
            </a:solidFill>
          </p:spPr>
        </p:sp>
      </p:grpSp>
      <p:grpSp>
        <p:nvGrpSpPr>
          <p:cNvPr name="Group 5" id="5"/>
          <p:cNvGrpSpPr/>
          <p:nvPr/>
        </p:nvGrpSpPr>
        <p:grpSpPr>
          <a:xfrm rot="0">
            <a:off x="4550376" y="3260250"/>
            <a:ext cx="2707247" cy="1093500"/>
            <a:chOff x="0" y="0"/>
            <a:chExt cx="5090391" cy="2056089"/>
          </a:xfrm>
        </p:grpSpPr>
        <p:sp>
          <p:nvSpPr>
            <p:cNvPr name="Freeform 6" id="6"/>
            <p:cNvSpPr/>
            <p:nvPr/>
          </p:nvSpPr>
          <p:spPr>
            <a:xfrm flipH="false" flipV="false" rot="0">
              <a:off x="10160" y="16510"/>
              <a:ext cx="5067531" cy="2028149"/>
            </a:xfrm>
            <a:custGeom>
              <a:avLst/>
              <a:gdLst/>
              <a:ahLst/>
              <a:cxnLst/>
              <a:rect r="r" b="b" t="t" l="l"/>
              <a:pathLst>
                <a:path h="2028149" w="5067531">
                  <a:moveTo>
                    <a:pt x="5067531" y="2028149"/>
                  </a:moveTo>
                  <a:lnTo>
                    <a:pt x="0" y="2020529"/>
                  </a:lnTo>
                  <a:lnTo>
                    <a:pt x="0" y="716642"/>
                  </a:lnTo>
                  <a:lnTo>
                    <a:pt x="17780" y="19050"/>
                  </a:lnTo>
                  <a:lnTo>
                    <a:pt x="2524972" y="0"/>
                  </a:lnTo>
                  <a:lnTo>
                    <a:pt x="5048481" y="5080"/>
                  </a:lnTo>
                  <a:close/>
                </a:path>
              </a:pathLst>
            </a:custGeom>
            <a:solidFill>
              <a:srgbClr val="FFFFFF"/>
            </a:solidFill>
          </p:spPr>
        </p:sp>
        <p:sp>
          <p:nvSpPr>
            <p:cNvPr name="Freeform 7" id="7"/>
            <p:cNvSpPr/>
            <p:nvPr/>
          </p:nvSpPr>
          <p:spPr>
            <a:xfrm flipH="false" flipV="false" rot="0">
              <a:off x="-215" y="0"/>
              <a:ext cx="5091876" cy="2054114"/>
            </a:xfrm>
            <a:custGeom>
              <a:avLst/>
              <a:gdLst/>
              <a:ahLst/>
              <a:cxnLst/>
              <a:rect r="r" b="b" t="t" l="l"/>
              <a:pathLst>
                <a:path h="2054114" w="5091876">
                  <a:moveTo>
                    <a:pt x="5058856" y="21590"/>
                  </a:moveTo>
                  <a:cubicBezTo>
                    <a:pt x="5060126" y="34290"/>
                    <a:pt x="5060126" y="44450"/>
                    <a:pt x="5061396" y="54610"/>
                  </a:cubicBezTo>
                  <a:cubicBezTo>
                    <a:pt x="5063936" y="94185"/>
                    <a:pt x="5065206" y="137401"/>
                    <a:pt x="5067746" y="179072"/>
                  </a:cubicBezTo>
                  <a:cubicBezTo>
                    <a:pt x="5067746" y="239265"/>
                    <a:pt x="5080446" y="1426138"/>
                    <a:pt x="5086796" y="1486330"/>
                  </a:cubicBezTo>
                  <a:cubicBezTo>
                    <a:pt x="5093146" y="1577391"/>
                    <a:pt x="5089336" y="1669995"/>
                    <a:pt x="5089336" y="1761055"/>
                  </a:cubicBezTo>
                  <a:cubicBezTo>
                    <a:pt x="5089336" y="1841312"/>
                    <a:pt x="5090606" y="1915395"/>
                    <a:pt x="5091876" y="1993859"/>
                  </a:cubicBezTo>
                  <a:cubicBezTo>
                    <a:pt x="5091876" y="2015449"/>
                    <a:pt x="5091876" y="2029419"/>
                    <a:pt x="5091876" y="2053549"/>
                  </a:cubicBezTo>
                  <a:cubicBezTo>
                    <a:pt x="5069016" y="2053549"/>
                    <a:pt x="5048696" y="2054819"/>
                    <a:pt x="5017406" y="2053549"/>
                  </a:cubicBezTo>
                  <a:cubicBezTo>
                    <a:pt x="4760505" y="2048469"/>
                    <a:pt x="4499652" y="2054819"/>
                    <a:pt x="4242751" y="2049739"/>
                  </a:cubicBezTo>
                  <a:cubicBezTo>
                    <a:pt x="4088610" y="2045929"/>
                    <a:pt x="3938422" y="2048469"/>
                    <a:pt x="3784281" y="2045929"/>
                  </a:cubicBezTo>
                  <a:cubicBezTo>
                    <a:pt x="3713140" y="2044659"/>
                    <a:pt x="3641998" y="2043389"/>
                    <a:pt x="3570856" y="2042119"/>
                  </a:cubicBezTo>
                  <a:cubicBezTo>
                    <a:pt x="3527380" y="2042119"/>
                    <a:pt x="3487857" y="2043389"/>
                    <a:pt x="3444381" y="2043389"/>
                  </a:cubicBezTo>
                  <a:cubicBezTo>
                    <a:pt x="3333717" y="2042119"/>
                    <a:pt x="3029387" y="2043389"/>
                    <a:pt x="2918723" y="2042119"/>
                  </a:cubicBezTo>
                  <a:cubicBezTo>
                    <a:pt x="2839676" y="2040849"/>
                    <a:pt x="1258747" y="2049739"/>
                    <a:pt x="1179701" y="2048469"/>
                  </a:cubicBezTo>
                  <a:cubicBezTo>
                    <a:pt x="1159939" y="2048469"/>
                    <a:pt x="1136225" y="2049739"/>
                    <a:pt x="1116463" y="2049739"/>
                  </a:cubicBezTo>
                  <a:cubicBezTo>
                    <a:pt x="1069035" y="2049739"/>
                    <a:pt x="1025560" y="2051009"/>
                    <a:pt x="978132" y="2051009"/>
                  </a:cubicBezTo>
                  <a:cubicBezTo>
                    <a:pt x="859562" y="2051009"/>
                    <a:pt x="744945" y="2049739"/>
                    <a:pt x="626375" y="2048469"/>
                  </a:cubicBezTo>
                  <a:cubicBezTo>
                    <a:pt x="555233" y="2047199"/>
                    <a:pt x="484092" y="2045929"/>
                    <a:pt x="416902" y="2044659"/>
                  </a:cubicBezTo>
                  <a:cubicBezTo>
                    <a:pt x="290428" y="2043389"/>
                    <a:pt x="163954" y="2042119"/>
                    <a:pt x="44665" y="2042119"/>
                  </a:cubicBezTo>
                  <a:cubicBezTo>
                    <a:pt x="34505" y="2042119"/>
                    <a:pt x="25615" y="2042119"/>
                    <a:pt x="15455" y="2040849"/>
                  </a:cubicBezTo>
                  <a:cubicBezTo>
                    <a:pt x="6565" y="2039579"/>
                    <a:pt x="1485" y="2033229"/>
                    <a:pt x="4025" y="2024339"/>
                  </a:cubicBezTo>
                  <a:cubicBezTo>
                    <a:pt x="12915" y="1992565"/>
                    <a:pt x="9105" y="1953980"/>
                    <a:pt x="7835" y="1913851"/>
                  </a:cubicBezTo>
                  <a:cubicBezTo>
                    <a:pt x="6565" y="1832051"/>
                    <a:pt x="2755" y="1751795"/>
                    <a:pt x="4025" y="1669995"/>
                  </a:cubicBezTo>
                  <a:cubicBezTo>
                    <a:pt x="1485" y="1568130"/>
                    <a:pt x="-3595" y="307174"/>
                    <a:pt x="4025" y="203767"/>
                  </a:cubicBezTo>
                  <a:cubicBezTo>
                    <a:pt x="5295" y="183702"/>
                    <a:pt x="4025" y="162095"/>
                    <a:pt x="5295" y="142031"/>
                  </a:cubicBezTo>
                  <a:cubicBezTo>
                    <a:pt x="6565" y="109619"/>
                    <a:pt x="9105" y="74121"/>
                    <a:pt x="10375" y="44450"/>
                  </a:cubicBezTo>
                  <a:cubicBezTo>
                    <a:pt x="10375" y="41910"/>
                    <a:pt x="11645" y="39370"/>
                    <a:pt x="12915" y="38100"/>
                  </a:cubicBezTo>
                  <a:cubicBezTo>
                    <a:pt x="34505" y="35560"/>
                    <a:pt x="65146" y="30480"/>
                    <a:pt x="128383" y="29210"/>
                  </a:cubicBezTo>
                  <a:cubicBezTo>
                    <a:pt x="235095" y="25400"/>
                    <a:pt x="341808" y="22860"/>
                    <a:pt x="452473" y="20320"/>
                  </a:cubicBezTo>
                  <a:cubicBezTo>
                    <a:pt x="527567" y="17780"/>
                    <a:pt x="602661" y="16510"/>
                    <a:pt x="673803" y="13970"/>
                  </a:cubicBezTo>
                  <a:cubicBezTo>
                    <a:pt x="744945" y="11430"/>
                    <a:pt x="820039" y="8890"/>
                    <a:pt x="891181" y="8890"/>
                  </a:cubicBezTo>
                  <a:cubicBezTo>
                    <a:pt x="970227" y="7620"/>
                    <a:pt x="1049274" y="10160"/>
                    <a:pt x="1128320" y="8890"/>
                  </a:cubicBezTo>
                  <a:cubicBezTo>
                    <a:pt x="1227128" y="8890"/>
                    <a:pt x="3017531" y="6350"/>
                    <a:pt x="3116339" y="5080"/>
                  </a:cubicBezTo>
                  <a:cubicBezTo>
                    <a:pt x="3211194" y="3810"/>
                    <a:pt x="3306050" y="2540"/>
                    <a:pt x="3404858" y="2540"/>
                  </a:cubicBezTo>
                  <a:cubicBezTo>
                    <a:pt x="3566903" y="1270"/>
                    <a:pt x="3724997" y="0"/>
                    <a:pt x="3887042" y="0"/>
                  </a:cubicBezTo>
                  <a:cubicBezTo>
                    <a:pt x="3954231" y="0"/>
                    <a:pt x="4025373" y="2540"/>
                    <a:pt x="4092562" y="2540"/>
                  </a:cubicBezTo>
                  <a:cubicBezTo>
                    <a:pt x="4278322" y="3810"/>
                    <a:pt x="4468033" y="5080"/>
                    <a:pt x="4653792" y="7620"/>
                  </a:cubicBezTo>
                  <a:cubicBezTo>
                    <a:pt x="4752601" y="8890"/>
                    <a:pt x="4851408" y="12700"/>
                    <a:pt x="4950216" y="16510"/>
                  </a:cubicBezTo>
                  <a:cubicBezTo>
                    <a:pt x="4973930" y="16510"/>
                    <a:pt x="4997644" y="16510"/>
                    <a:pt x="5017406" y="16510"/>
                  </a:cubicBezTo>
                  <a:cubicBezTo>
                    <a:pt x="5039806" y="17780"/>
                    <a:pt x="5048696" y="20320"/>
                    <a:pt x="5058856" y="21590"/>
                  </a:cubicBezTo>
                  <a:close/>
                  <a:moveTo>
                    <a:pt x="5069016" y="2037039"/>
                  </a:moveTo>
                  <a:cubicBezTo>
                    <a:pt x="5070287" y="2020529"/>
                    <a:pt x="5071556" y="2007829"/>
                    <a:pt x="5071556" y="1995129"/>
                  </a:cubicBezTo>
                  <a:cubicBezTo>
                    <a:pt x="5070287" y="1907678"/>
                    <a:pt x="5069016" y="1825878"/>
                    <a:pt x="5069016" y="1737904"/>
                  </a:cubicBezTo>
                  <a:cubicBezTo>
                    <a:pt x="5069016" y="1697776"/>
                    <a:pt x="5071556" y="1657647"/>
                    <a:pt x="5070287" y="1617519"/>
                  </a:cubicBezTo>
                  <a:cubicBezTo>
                    <a:pt x="5070287" y="1580478"/>
                    <a:pt x="5069016" y="1541893"/>
                    <a:pt x="5067746" y="1504851"/>
                  </a:cubicBezTo>
                  <a:cubicBezTo>
                    <a:pt x="5062666" y="1447745"/>
                    <a:pt x="5051237" y="265502"/>
                    <a:pt x="5051237" y="208397"/>
                  </a:cubicBezTo>
                  <a:cubicBezTo>
                    <a:pt x="5048696" y="160551"/>
                    <a:pt x="5046156" y="111163"/>
                    <a:pt x="5043616" y="63500"/>
                  </a:cubicBezTo>
                  <a:cubicBezTo>
                    <a:pt x="5042346" y="44450"/>
                    <a:pt x="5041076" y="43180"/>
                    <a:pt x="5005549" y="41910"/>
                  </a:cubicBezTo>
                  <a:cubicBezTo>
                    <a:pt x="4993692" y="41910"/>
                    <a:pt x="4985787" y="41910"/>
                    <a:pt x="4973930" y="40640"/>
                  </a:cubicBezTo>
                  <a:cubicBezTo>
                    <a:pt x="4875122" y="36830"/>
                    <a:pt x="4772362" y="31750"/>
                    <a:pt x="4673554" y="30480"/>
                  </a:cubicBezTo>
                  <a:cubicBezTo>
                    <a:pt x="4432462" y="26670"/>
                    <a:pt x="4187418" y="25400"/>
                    <a:pt x="3946327" y="22860"/>
                  </a:cubicBezTo>
                  <a:cubicBezTo>
                    <a:pt x="3910756" y="22860"/>
                    <a:pt x="3871233" y="22860"/>
                    <a:pt x="3835662" y="22860"/>
                  </a:cubicBezTo>
                  <a:cubicBezTo>
                    <a:pt x="3776377" y="22860"/>
                    <a:pt x="3717092" y="22860"/>
                    <a:pt x="3661759" y="22860"/>
                  </a:cubicBezTo>
                  <a:cubicBezTo>
                    <a:pt x="3535285" y="22860"/>
                    <a:pt x="3408810" y="22860"/>
                    <a:pt x="3286289" y="24130"/>
                  </a:cubicBezTo>
                  <a:cubicBezTo>
                    <a:pt x="3179576" y="25400"/>
                    <a:pt x="1381269" y="29210"/>
                    <a:pt x="1274556" y="29210"/>
                  </a:cubicBezTo>
                  <a:cubicBezTo>
                    <a:pt x="1100654" y="29210"/>
                    <a:pt x="926752" y="26670"/>
                    <a:pt x="752850" y="33020"/>
                  </a:cubicBezTo>
                  <a:cubicBezTo>
                    <a:pt x="661946" y="36830"/>
                    <a:pt x="574995" y="36830"/>
                    <a:pt x="488044" y="38100"/>
                  </a:cubicBezTo>
                  <a:cubicBezTo>
                    <a:pt x="337856" y="41910"/>
                    <a:pt x="187668" y="45720"/>
                    <a:pt x="45935" y="50800"/>
                  </a:cubicBezTo>
                  <a:cubicBezTo>
                    <a:pt x="33235" y="50800"/>
                    <a:pt x="30695" y="53340"/>
                    <a:pt x="29425" y="69491"/>
                  </a:cubicBezTo>
                  <a:cubicBezTo>
                    <a:pt x="28155" y="97272"/>
                    <a:pt x="28155" y="125053"/>
                    <a:pt x="26885" y="152835"/>
                  </a:cubicBezTo>
                  <a:cubicBezTo>
                    <a:pt x="25615" y="199136"/>
                    <a:pt x="23075" y="243895"/>
                    <a:pt x="21805" y="290197"/>
                  </a:cubicBezTo>
                  <a:cubicBezTo>
                    <a:pt x="16725" y="339586"/>
                    <a:pt x="23075" y="1546523"/>
                    <a:pt x="25615" y="1595912"/>
                  </a:cubicBezTo>
                  <a:cubicBezTo>
                    <a:pt x="25615" y="1648387"/>
                    <a:pt x="25615" y="1702406"/>
                    <a:pt x="26885" y="1754881"/>
                  </a:cubicBezTo>
                  <a:cubicBezTo>
                    <a:pt x="26885" y="1793466"/>
                    <a:pt x="29425" y="1832051"/>
                    <a:pt x="29425" y="1870636"/>
                  </a:cubicBezTo>
                  <a:cubicBezTo>
                    <a:pt x="29425" y="1912308"/>
                    <a:pt x="29425" y="1953980"/>
                    <a:pt x="28155" y="1995129"/>
                  </a:cubicBezTo>
                  <a:cubicBezTo>
                    <a:pt x="28155" y="1998939"/>
                    <a:pt x="28155" y="2001479"/>
                    <a:pt x="28155" y="2005289"/>
                  </a:cubicBezTo>
                  <a:cubicBezTo>
                    <a:pt x="28155" y="2015449"/>
                    <a:pt x="31965" y="2019259"/>
                    <a:pt x="40855" y="2019259"/>
                  </a:cubicBezTo>
                  <a:cubicBezTo>
                    <a:pt x="73050" y="2019259"/>
                    <a:pt x="128383" y="2020529"/>
                    <a:pt x="179763" y="2020529"/>
                  </a:cubicBezTo>
                  <a:cubicBezTo>
                    <a:pt x="254857" y="2020529"/>
                    <a:pt x="333903" y="2017989"/>
                    <a:pt x="408998" y="2020529"/>
                  </a:cubicBezTo>
                  <a:cubicBezTo>
                    <a:pt x="531520" y="2024339"/>
                    <a:pt x="654042" y="2026879"/>
                    <a:pt x="776564" y="2025609"/>
                  </a:cubicBezTo>
                  <a:cubicBezTo>
                    <a:pt x="855610" y="2024339"/>
                    <a:pt x="930704" y="2026879"/>
                    <a:pt x="1009751" y="2026879"/>
                  </a:cubicBezTo>
                  <a:cubicBezTo>
                    <a:pt x="1124368" y="2026879"/>
                    <a:pt x="1238985" y="2025609"/>
                    <a:pt x="1353603" y="2026879"/>
                  </a:cubicBezTo>
                  <a:cubicBezTo>
                    <a:pt x="1523553" y="2028149"/>
                    <a:pt x="3389049" y="2017989"/>
                    <a:pt x="3562951" y="2020529"/>
                  </a:cubicBezTo>
                  <a:cubicBezTo>
                    <a:pt x="3638045" y="2021799"/>
                    <a:pt x="3713140" y="2023069"/>
                    <a:pt x="3784281" y="2023069"/>
                  </a:cubicBezTo>
                  <a:cubicBezTo>
                    <a:pt x="3914708" y="2025609"/>
                    <a:pt x="4041182" y="2021799"/>
                    <a:pt x="4171609" y="2025609"/>
                  </a:cubicBezTo>
                  <a:cubicBezTo>
                    <a:pt x="4278322" y="2028149"/>
                    <a:pt x="4385034" y="2028149"/>
                    <a:pt x="4491747" y="2030689"/>
                  </a:cubicBezTo>
                  <a:cubicBezTo>
                    <a:pt x="4649840" y="2034499"/>
                    <a:pt x="4807933" y="2037039"/>
                    <a:pt x="4966026" y="2038309"/>
                  </a:cubicBezTo>
                  <a:cubicBezTo>
                    <a:pt x="5025311" y="2038309"/>
                    <a:pt x="5048696" y="2037039"/>
                    <a:pt x="5069016" y="2037039"/>
                  </a:cubicBezTo>
                  <a:close/>
                </a:path>
              </a:pathLst>
            </a:custGeom>
            <a:solidFill>
              <a:srgbClr val="FFFFFF"/>
            </a:solidFill>
          </p:spPr>
        </p:sp>
      </p:grpSp>
      <p:grpSp>
        <p:nvGrpSpPr>
          <p:cNvPr name="Group 8" id="8"/>
          <p:cNvGrpSpPr/>
          <p:nvPr/>
        </p:nvGrpSpPr>
        <p:grpSpPr>
          <a:xfrm rot="0">
            <a:off x="4399086" y="4839750"/>
            <a:ext cx="3009828" cy="1093500"/>
            <a:chOff x="0" y="0"/>
            <a:chExt cx="5040744" cy="1831352"/>
          </a:xfrm>
        </p:grpSpPr>
        <p:sp>
          <p:nvSpPr>
            <p:cNvPr name="Freeform 9" id="9"/>
            <p:cNvSpPr/>
            <p:nvPr/>
          </p:nvSpPr>
          <p:spPr>
            <a:xfrm flipH="false" flipV="false" rot="0">
              <a:off x="10160" y="16510"/>
              <a:ext cx="5017884" cy="1803412"/>
            </a:xfrm>
            <a:custGeom>
              <a:avLst/>
              <a:gdLst/>
              <a:ahLst/>
              <a:cxnLst/>
              <a:rect r="r" b="b" t="t" l="l"/>
              <a:pathLst>
                <a:path h="1803412" w="5017884">
                  <a:moveTo>
                    <a:pt x="5017884" y="1803412"/>
                  </a:moveTo>
                  <a:lnTo>
                    <a:pt x="0" y="1795792"/>
                  </a:lnTo>
                  <a:lnTo>
                    <a:pt x="0" y="638697"/>
                  </a:lnTo>
                  <a:lnTo>
                    <a:pt x="17780" y="19050"/>
                  </a:lnTo>
                  <a:lnTo>
                    <a:pt x="2500213" y="0"/>
                  </a:lnTo>
                  <a:lnTo>
                    <a:pt x="4998834" y="5080"/>
                  </a:lnTo>
                  <a:close/>
                </a:path>
              </a:pathLst>
            </a:custGeom>
            <a:solidFill>
              <a:srgbClr val="FFFFFF"/>
            </a:solidFill>
          </p:spPr>
        </p:sp>
        <p:sp>
          <p:nvSpPr>
            <p:cNvPr name="Freeform 10" id="10"/>
            <p:cNvSpPr/>
            <p:nvPr/>
          </p:nvSpPr>
          <p:spPr>
            <a:xfrm flipH="false" flipV="false" rot="0">
              <a:off x="-215" y="0"/>
              <a:ext cx="5042229" cy="1829376"/>
            </a:xfrm>
            <a:custGeom>
              <a:avLst/>
              <a:gdLst/>
              <a:ahLst/>
              <a:cxnLst/>
              <a:rect r="r" b="b" t="t" l="l"/>
              <a:pathLst>
                <a:path h="1829376" w="5042229">
                  <a:moveTo>
                    <a:pt x="5009209" y="21590"/>
                  </a:moveTo>
                  <a:cubicBezTo>
                    <a:pt x="5010479" y="34290"/>
                    <a:pt x="5010479" y="44450"/>
                    <a:pt x="5011749" y="54610"/>
                  </a:cubicBezTo>
                  <a:cubicBezTo>
                    <a:pt x="5014289" y="90708"/>
                    <a:pt x="5015559" y="128887"/>
                    <a:pt x="5018099" y="165702"/>
                  </a:cubicBezTo>
                  <a:cubicBezTo>
                    <a:pt x="5018099" y="218879"/>
                    <a:pt x="5030799" y="1267430"/>
                    <a:pt x="5037149" y="1320607"/>
                  </a:cubicBezTo>
                  <a:cubicBezTo>
                    <a:pt x="5043499" y="1401055"/>
                    <a:pt x="5039689" y="1482867"/>
                    <a:pt x="5039689" y="1563315"/>
                  </a:cubicBezTo>
                  <a:cubicBezTo>
                    <a:pt x="5039689" y="1634218"/>
                    <a:pt x="5040959" y="1699667"/>
                    <a:pt x="5042229" y="1769122"/>
                  </a:cubicBezTo>
                  <a:cubicBezTo>
                    <a:pt x="5042229" y="1790712"/>
                    <a:pt x="5042229" y="1804682"/>
                    <a:pt x="5042229" y="1828812"/>
                  </a:cubicBezTo>
                  <a:cubicBezTo>
                    <a:pt x="5019369" y="1828812"/>
                    <a:pt x="4999049" y="1830082"/>
                    <a:pt x="4967920" y="1828812"/>
                  </a:cubicBezTo>
                  <a:cubicBezTo>
                    <a:pt x="4713578" y="1823732"/>
                    <a:pt x="4455324" y="1830082"/>
                    <a:pt x="4200982" y="1825002"/>
                  </a:cubicBezTo>
                  <a:cubicBezTo>
                    <a:pt x="4048377" y="1821192"/>
                    <a:pt x="3899685" y="1823732"/>
                    <a:pt x="3747080" y="1821192"/>
                  </a:cubicBezTo>
                  <a:cubicBezTo>
                    <a:pt x="3676646" y="1819922"/>
                    <a:pt x="3606213" y="1818652"/>
                    <a:pt x="3535781" y="1817382"/>
                  </a:cubicBezTo>
                  <a:cubicBezTo>
                    <a:pt x="3492738" y="1817382"/>
                    <a:pt x="3453608" y="1818652"/>
                    <a:pt x="3410566" y="1818652"/>
                  </a:cubicBezTo>
                  <a:cubicBezTo>
                    <a:pt x="3301003" y="1817382"/>
                    <a:pt x="2999706" y="1818652"/>
                    <a:pt x="2890144" y="1817382"/>
                  </a:cubicBezTo>
                  <a:cubicBezTo>
                    <a:pt x="2811885" y="1816112"/>
                    <a:pt x="1246705" y="1825002"/>
                    <a:pt x="1168446" y="1823732"/>
                  </a:cubicBezTo>
                  <a:cubicBezTo>
                    <a:pt x="1148881" y="1823732"/>
                    <a:pt x="1125403" y="1825002"/>
                    <a:pt x="1105839" y="1825002"/>
                  </a:cubicBezTo>
                  <a:cubicBezTo>
                    <a:pt x="1058883" y="1825002"/>
                    <a:pt x="1015841" y="1826272"/>
                    <a:pt x="968885" y="1826272"/>
                  </a:cubicBezTo>
                  <a:cubicBezTo>
                    <a:pt x="851497" y="1826272"/>
                    <a:pt x="738021" y="1825002"/>
                    <a:pt x="620633" y="1823732"/>
                  </a:cubicBezTo>
                  <a:cubicBezTo>
                    <a:pt x="550200" y="1822462"/>
                    <a:pt x="479767" y="1821192"/>
                    <a:pt x="413247" y="1819922"/>
                  </a:cubicBezTo>
                  <a:cubicBezTo>
                    <a:pt x="288032" y="1818652"/>
                    <a:pt x="162818" y="1817382"/>
                    <a:pt x="44665" y="1817382"/>
                  </a:cubicBezTo>
                  <a:cubicBezTo>
                    <a:pt x="34505" y="1817382"/>
                    <a:pt x="25615" y="1817382"/>
                    <a:pt x="15455" y="1816112"/>
                  </a:cubicBezTo>
                  <a:cubicBezTo>
                    <a:pt x="6565" y="1814842"/>
                    <a:pt x="1485" y="1808492"/>
                    <a:pt x="4025" y="1799602"/>
                  </a:cubicBezTo>
                  <a:cubicBezTo>
                    <a:pt x="12915" y="1767843"/>
                    <a:pt x="9105" y="1733755"/>
                    <a:pt x="7835" y="1698304"/>
                  </a:cubicBezTo>
                  <a:cubicBezTo>
                    <a:pt x="6565" y="1626037"/>
                    <a:pt x="2755" y="1555133"/>
                    <a:pt x="4025" y="1482867"/>
                  </a:cubicBezTo>
                  <a:cubicBezTo>
                    <a:pt x="1485" y="1392874"/>
                    <a:pt x="-3595" y="278874"/>
                    <a:pt x="4025" y="187518"/>
                  </a:cubicBezTo>
                  <a:cubicBezTo>
                    <a:pt x="5295" y="169792"/>
                    <a:pt x="4025" y="150703"/>
                    <a:pt x="5295" y="132977"/>
                  </a:cubicBezTo>
                  <a:cubicBezTo>
                    <a:pt x="6565" y="104343"/>
                    <a:pt x="9105" y="72982"/>
                    <a:pt x="10375" y="44450"/>
                  </a:cubicBezTo>
                  <a:cubicBezTo>
                    <a:pt x="10375" y="41910"/>
                    <a:pt x="11645" y="39370"/>
                    <a:pt x="12915" y="38100"/>
                  </a:cubicBezTo>
                  <a:cubicBezTo>
                    <a:pt x="34505" y="35560"/>
                    <a:pt x="64994" y="30480"/>
                    <a:pt x="127601" y="29210"/>
                  </a:cubicBezTo>
                  <a:cubicBezTo>
                    <a:pt x="233251" y="25400"/>
                    <a:pt x="338901" y="22860"/>
                    <a:pt x="448463" y="20320"/>
                  </a:cubicBezTo>
                  <a:cubicBezTo>
                    <a:pt x="522809" y="17780"/>
                    <a:pt x="597155" y="16510"/>
                    <a:pt x="667588" y="13970"/>
                  </a:cubicBezTo>
                  <a:cubicBezTo>
                    <a:pt x="738021" y="11430"/>
                    <a:pt x="812367" y="8890"/>
                    <a:pt x="882801" y="8890"/>
                  </a:cubicBezTo>
                  <a:cubicBezTo>
                    <a:pt x="961060" y="7620"/>
                    <a:pt x="1039319" y="10160"/>
                    <a:pt x="1117578" y="8890"/>
                  </a:cubicBezTo>
                  <a:cubicBezTo>
                    <a:pt x="1215401" y="8890"/>
                    <a:pt x="2987968" y="6350"/>
                    <a:pt x="3085791" y="5080"/>
                  </a:cubicBezTo>
                  <a:cubicBezTo>
                    <a:pt x="3179702" y="3810"/>
                    <a:pt x="3273613" y="2540"/>
                    <a:pt x="3371437" y="2540"/>
                  </a:cubicBezTo>
                  <a:cubicBezTo>
                    <a:pt x="3531868" y="1270"/>
                    <a:pt x="3688386" y="0"/>
                    <a:pt x="3848817" y="0"/>
                  </a:cubicBezTo>
                  <a:cubicBezTo>
                    <a:pt x="3915337" y="0"/>
                    <a:pt x="3985770" y="2540"/>
                    <a:pt x="4052290" y="2540"/>
                  </a:cubicBezTo>
                  <a:cubicBezTo>
                    <a:pt x="4236198" y="3810"/>
                    <a:pt x="4424020" y="5080"/>
                    <a:pt x="4607929" y="7620"/>
                  </a:cubicBezTo>
                  <a:cubicBezTo>
                    <a:pt x="4705753" y="8890"/>
                    <a:pt x="4803576" y="12700"/>
                    <a:pt x="4901400" y="16510"/>
                  </a:cubicBezTo>
                  <a:cubicBezTo>
                    <a:pt x="4924878" y="16510"/>
                    <a:pt x="4948356" y="16510"/>
                    <a:pt x="4967920" y="16510"/>
                  </a:cubicBezTo>
                  <a:cubicBezTo>
                    <a:pt x="4990159" y="17780"/>
                    <a:pt x="4999049" y="20320"/>
                    <a:pt x="5009209" y="21590"/>
                  </a:cubicBezTo>
                  <a:close/>
                  <a:moveTo>
                    <a:pt x="5019369" y="1812302"/>
                  </a:moveTo>
                  <a:cubicBezTo>
                    <a:pt x="5020640" y="1795792"/>
                    <a:pt x="5021909" y="1783092"/>
                    <a:pt x="5021909" y="1770392"/>
                  </a:cubicBezTo>
                  <a:cubicBezTo>
                    <a:pt x="5020640" y="1692850"/>
                    <a:pt x="5019369" y="1620583"/>
                    <a:pt x="5019369" y="1542862"/>
                  </a:cubicBezTo>
                  <a:cubicBezTo>
                    <a:pt x="5019369" y="1507410"/>
                    <a:pt x="5021909" y="1471959"/>
                    <a:pt x="5020640" y="1436507"/>
                  </a:cubicBezTo>
                  <a:cubicBezTo>
                    <a:pt x="5020640" y="1403782"/>
                    <a:pt x="5019369" y="1369694"/>
                    <a:pt x="5018099" y="1336970"/>
                  </a:cubicBezTo>
                  <a:cubicBezTo>
                    <a:pt x="5013019" y="1286519"/>
                    <a:pt x="5001590" y="242059"/>
                    <a:pt x="5001590" y="191609"/>
                  </a:cubicBezTo>
                  <a:cubicBezTo>
                    <a:pt x="4999049" y="149340"/>
                    <a:pt x="4996509" y="105707"/>
                    <a:pt x="4993969" y="63500"/>
                  </a:cubicBezTo>
                  <a:cubicBezTo>
                    <a:pt x="4992699" y="44450"/>
                    <a:pt x="4991429" y="43180"/>
                    <a:pt x="4956181" y="41910"/>
                  </a:cubicBezTo>
                  <a:cubicBezTo>
                    <a:pt x="4944442" y="41910"/>
                    <a:pt x="4936616" y="41910"/>
                    <a:pt x="4924878" y="40640"/>
                  </a:cubicBezTo>
                  <a:cubicBezTo>
                    <a:pt x="4827054" y="36830"/>
                    <a:pt x="4725317" y="31750"/>
                    <a:pt x="4627493" y="30480"/>
                  </a:cubicBezTo>
                  <a:cubicBezTo>
                    <a:pt x="4388804" y="26670"/>
                    <a:pt x="4146201" y="25400"/>
                    <a:pt x="3907511" y="22860"/>
                  </a:cubicBezTo>
                  <a:cubicBezTo>
                    <a:pt x="3872294" y="22860"/>
                    <a:pt x="3833165" y="22860"/>
                    <a:pt x="3797948" y="22860"/>
                  </a:cubicBezTo>
                  <a:cubicBezTo>
                    <a:pt x="3739254" y="22860"/>
                    <a:pt x="3680560" y="22860"/>
                    <a:pt x="3625778" y="22860"/>
                  </a:cubicBezTo>
                  <a:cubicBezTo>
                    <a:pt x="3500564" y="22860"/>
                    <a:pt x="3375350" y="22860"/>
                    <a:pt x="3254048" y="24130"/>
                  </a:cubicBezTo>
                  <a:cubicBezTo>
                    <a:pt x="3148398" y="25400"/>
                    <a:pt x="1368006" y="29210"/>
                    <a:pt x="1262357" y="29210"/>
                  </a:cubicBezTo>
                  <a:cubicBezTo>
                    <a:pt x="1090187" y="29210"/>
                    <a:pt x="918017" y="26670"/>
                    <a:pt x="745847" y="33020"/>
                  </a:cubicBezTo>
                  <a:cubicBezTo>
                    <a:pt x="655849" y="36830"/>
                    <a:pt x="569765" y="36830"/>
                    <a:pt x="483680" y="38100"/>
                  </a:cubicBezTo>
                  <a:cubicBezTo>
                    <a:pt x="334988" y="41910"/>
                    <a:pt x="186295" y="45720"/>
                    <a:pt x="45935" y="50800"/>
                  </a:cubicBezTo>
                  <a:cubicBezTo>
                    <a:pt x="33235" y="50800"/>
                    <a:pt x="30695" y="53340"/>
                    <a:pt x="29425" y="68892"/>
                  </a:cubicBezTo>
                  <a:cubicBezTo>
                    <a:pt x="28155" y="93435"/>
                    <a:pt x="28155" y="117979"/>
                    <a:pt x="26885" y="142522"/>
                  </a:cubicBezTo>
                  <a:cubicBezTo>
                    <a:pt x="25615" y="183428"/>
                    <a:pt x="23075" y="222970"/>
                    <a:pt x="21805" y="263876"/>
                  </a:cubicBezTo>
                  <a:cubicBezTo>
                    <a:pt x="16725" y="307508"/>
                    <a:pt x="23075" y="1373785"/>
                    <a:pt x="25615" y="1417418"/>
                  </a:cubicBezTo>
                  <a:cubicBezTo>
                    <a:pt x="25615" y="1463777"/>
                    <a:pt x="25615" y="1511501"/>
                    <a:pt x="26885" y="1557861"/>
                  </a:cubicBezTo>
                  <a:cubicBezTo>
                    <a:pt x="26885" y="1591949"/>
                    <a:pt x="29425" y="1626037"/>
                    <a:pt x="29425" y="1660125"/>
                  </a:cubicBezTo>
                  <a:cubicBezTo>
                    <a:pt x="29425" y="1696940"/>
                    <a:pt x="29425" y="1733755"/>
                    <a:pt x="28155" y="1770392"/>
                  </a:cubicBezTo>
                  <a:cubicBezTo>
                    <a:pt x="28155" y="1774202"/>
                    <a:pt x="28155" y="1776742"/>
                    <a:pt x="28155" y="1780552"/>
                  </a:cubicBezTo>
                  <a:cubicBezTo>
                    <a:pt x="28155" y="1790712"/>
                    <a:pt x="31965" y="1794522"/>
                    <a:pt x="40855" y="1794522"/>
                  </a:cubicBezTo>
                  <a:cubicBezTo>
                    <a:pt x="72820" y="1794522"/>
                    <a:pt x="127601" y="1795792"/>
                    <a:pt x="178470" y="1795792"/>
                  </a:cubicBezTo>
                  <a:cubicBezTo>
                    <a:pt x="252816" y="1795792"/>
                    <a:pt x="331075" y="1793252"/>
                    <a:pt x="405421" y="1795792"/>
                  </a:cubicBezTo>
                  <a:cubicBezTo>
                    <a:pt x="526722" y="1799602"/>
                    <a:pt x="648024" y="1802142"/>
                    <a:pt x="769325" y="1800872"/>
                  </a:cubicBezTo>
                  <a:cubicBezTo>
                    <a:pt x="847584" y="1799602"/>
                    <a:pt x="921930" y="1802142"/>
                    <a:pt x="1000189" y="1802142"/>
                  </a:cubicBezTo>
                  <a:cubicBezTo>
                    <a:pt x="1113665" y="1802142"/>
                    <a:pt x="1227140" y="1800872"/>
                    <a:pt x="1340616" y="1802142"/>
                  </a:cubicBezTo>
                  <a:cubicBezTo>
                    <a:pt x="1508873" y="1803412"/>
                    <a:pt x="3355785" y="1793252"/>
                    <a:pt x="3527955" y="1795792"/>
                  </a:cubicBezTo>
                  <a:cubicBezTo>
                    <a:pt x="3602301" y="1797062"/>
                    <a:pt x="3676646" y="1798332"/>
                    <a:pt x="3747080" y="1798332"/>
                  </a:cubicBezTo>
                  <a:cubicBezTo>
                    <a:pt x="3876207" y="1800872"/>
                    <a:pt x="4001422" y="1797062"/>
                    <a:pt x="4130549" y="1800872"/>
                  </a:cubicBezTo>
                  <a:cubicBezTo>
                    <a:pt x="4236198" y="1803412"/>
                    <a:pt x="4341848" y="1803412"/>
                    <a:pt x="4447498" y="1805952"/>
                  </a:cubicBezTo>
                  <a:cubicBezTo>
                    <a:pt x="4604016" y="1809762"/>
                    <a:pt x="4760534" y="1812302"/>
                    <a:pt x="4917052" y="1813572"/>
                  </a:cubicBezTo>
                  <a:cubicBezTo>
                    <a:pt x="4975746" y="1813572"/>
                    <a:pt x="4999049" y="1812302"/>
                    <a:pt x="5019369" y="1812302"/>
                  </a:cubicBezTo>
                  <a:close/>
                </a:path>
              </a:pathLst>
            </a:custGeom>
            <a:solidFill>
              <a:srgbClr val="FFFFFF"/>
            </a:solidFill>
          </p:spPr>
        </p:sp>
      </p:grpSp>
      <p:grpSp>
        <p:nvGrpSpPr>
          <p:cNvPr name="Group 11" id="11"/>
          <p:cNvGrpSpPr/>
          <p:nvPr/>
        </p:nvGrpSpPr>
        <p:grpSpPr>
          <a:xfrm rot="0">
            <a:off x="10798472" y="7634250"/>
            <a:ext cx="2739056" cy="1215000"/>
            <a:chOff x="0" y="0"/>
            <a:chExt cx="4916210" cy="2180749"/>
          </a:xfrm>
        </p:grpSpPr>
        <p:sp>
          <p:nvSpPr>
            <p:cNvPr name="Freeform 12" id="12"/>
            <p:cNvSpPr/>
            <p:nvPr/>
          </p:nvSpPr>
          <p:spPr>
            <a:xfrm flipH="false" flipV="false" rot="0">
              <a:off x="10160" y="16510"/>
              <a:ext cx="4893350" cy="2152809"/>
            </a:xfrm>
            <a:custGeom>
              <a:avLst/>
              <a:gdLst/>
              <a:ahLst/>
              <a:cxnLst/>
              <a:rect r="r" b="b" t="t" l="l"/>
              <a:pathLst>
                <a:path h="2152809" w="4893350">
                  <a:moveTo>
                    <a:pt x="4893350" y="2152809"/>
                  </a:moveTo>
                  <a:lnTo>
                    <a:pt x="0" y="2145189"/>
                  </a:lnTo>
                  <a:lnTo>
                    <a:pt x="0" y="759877"/>
                  </a:lnTo>
                  <a:lnTo>
                    <a:pt x="17780" y="19050"/>
                  </a:lnTo>
                  <a:lnTo>
                    <a:pt x="2438105" y="0"/>
                  </a:lnTo>
                  <a:lnTo>
                    <a:pt x="4874300" y="5080"/>
                  </a:lnTo>
                  <a:close/>
                </a:path>
              </a:pathLst>
            </a:custGeom>
            <a:solidFill>
              <a:srgbClr val="FFFFFF"/>
            </a:solidFill>
          </p:spPr>
        </p:sp>
        <p:sp>
          <p:nvSpPr>
            <p:cNvPr name="Freeform 13" id="13"/>
            <p:cNvSpPr/>
            <p:nvPr/>
          </p:nvSpPr>
          <p:spPr>
            <a:xfrm flipH="false" flipV="false" rot="0">
              <a:off x="-215" y="0"/>
              <a:ext cx="4917694" cy="2178773"/>
            </a:xfrm>
            <a:custGeom>
              <a:avLst/>
              <a:gdLst/>
              <a:ahLst/>
              <a:cxnLst/>
              <a:rect r="r" b="b" t="t" l="l"/>
              <a:pathLst>
                <a:path h="2178773" w="4917694">
                  <a:moveTo>
                    <a:pt x="4884675" y="21590"/>
                  </a:moveTo>
                  <a:cubicBezTo>
                    <a:pt x="4885945" y="34290"/>
                    <a:pt x="4885945" y="44450"/>
                    <a:pt x="4887214" y="54610"/>
                  </a:cubicBezTo>
                  <a:cubicBezTo>
                    <a:pt x="4889755" y="96114"/>
                    <a:pt x="4891025" y="142123"/>
                    <a:pt x="4893564" y="186489"/>
                  </a:cubicBezTo>
                  <a:cubicBezTo>
                    <a:pt x="4893564" y="250572"/>
                    <a:pt x="4906264" y="1514172"/>
                    <a:pt x="4912614" y="1578255"/>
                  </a:cubicBezTo>
                  <a:cubicBezTo>
                    <a:pt x="4918964" y="1675202"/>
                    <a:pt x="4915155" y="1773793"/>
                    <a:pt x="4915155" y="1870740"/>
                  </a:cubicBezTo>
                  <a:cubicBezTo>
                    <a:pt x="4915155" y="1956185"/>
                    <a:pt x="4916425" y="2035057"/>
                    <a:pt x="4917695" y="2118519"/>
                  </a:cubicBezTo>
                  <a:cubicBezTo>
                    <a:pt x="4917695" y="2140109"/>
                    <a:pt x="4917695" y="2154079"/>
                    <a:pt x="4917695" y="2178209"/>
                  </a:cubicBezTo>
                  <a:cubicBezTo>
                    <a:pt x="4894834" y="2178209"/>
                    <a:pt x="4874514" y="2179479"/>
                    <a:pt x="4843789" y="2178209"/>
                  </a:cubicBezTo>
                  <a:cubicBezTo>
                    <a:pt x="4595867" y="2173129"/>
                    <a:pt x="4344131" y="2179479"/>
                    <a:pt x="4096209" y="2174399"/>
                  </a:cubicBezTo>
                  <a:cubicBezTo>
                    <a:pt x="3947455" y="2170589"/>
                    <a:pt x="3802516" y="2173129"/>
                    <a:pt x="3653763" y="2170589"/>
                  </a:cubicBezTo>
                  <a:cubicBezTo>
                    <a:pt x="3585108" y="2169319"/>
                    <a:pt x="3516452" y="2168049"/>
                    <a:pt x="3447797" y="2166779"/>
                  </a:cubicBezTo>
                  <a:cubicBezTo>
                    <a:pt x="3405841" y="2166779"/>
                    <a:pt x="3367699" y="2168049"/>
                    <a:pt x="3325743" y="2168049"/>
                  </a:cubicBezTo>
                  <a:cubicBezTo>
                    <a:pt x="3218946" y="2166779"/>
                    <a:pt x="2925253" y="2168049"/>
                    <a:pt x="2818456" y="2166779"/>
                  </a:cubicBezTo>
                  <a:cubicBezTo>
                    <a:pt x="2742173" y="2165509"/>
                    <a:pt x="1216498" y="2174399"/>
                    <a:pt x="1140215" y="2173129"/>
                  </a:cubicBezTo>
                  <a:cubicBezTo>
                    <a:pt x="1121143" y="2173129"/>
                    <a:pt x="1098258" y="2174399"/>
                    <a:pt x="1079188" y="2174399"/>
                  </a:cubicBezTo>
                  <a:cubicBezTo>
                    <a:pt x="1033417" y="2174399"/>
                    <a:pt x="991461" y="2175669"/>
                    <a:pt x="945691" y="2175669"/>
                  </a:cubicBezTo>
                  <a:cubicBezTo>
                    <a:pt x="831265" y="2175669"/>
                    <a:pt x="720654" y="2174399"/>
                    <a:pt x="606228" y="2173129"/>
                  </a:cubicBezTo>
                  <a:cubicBezTo>
                    <a:pt x="537573" y="2171859"/>
                    <a:pt x="468918" y="2170589"/>
                    <a:pt x="404077" y="2169319"/>
                  </a:cubicBezTo>
                  <a:cubicBezTo>
                    <a:pt x="282023" y="2168049"/>
                    <a:pt x="159969" y="2166779"/>
                    <a:pt x="44665" y="2166779"/>
                  </a:cubicBezTo>
                  <a:cubicBezTo>
                    <a:pt x="34505" y="2166779"/>
                    <a:pt x="25615" y="2166779"/>
                    <a:pt x="15455" y="2165509"/>
                  </a:cubicBezTo>
                  <a:cubicBezTo>
                    <a:pt x="6565" y="2164239"/>
                    <a:pt x="1485" y="2157889"/>
                    <a:pt x="4025" y="2148999"/>
                  </a:cubicBezTo>
                  <a:cubicBezTo>
                    <a:pt x="12915" y="2117216"/>
                    <a:pt x="9105" y="2076136"/>
                    <a:pt x="7835" y="2033414"/>
                  </a:cubicBezTo>
                  <a:cubicBezTo>
                    <a:pt x="6565" y="1946326"/>
                    <a:pt x="2755" y="1860881"/>
                    <a:pt x="4025" y="1773793"/>
                  </a:cubicBezTo>
                  <a:cubicBezTo>
                    <a:pt x="1485" y="1665343"/>
                    <a:pt x="-3595" y="322872"/>
                    <a:pt x="4025" y="212779"/>
                  </a:cubicBezTo>
                  <a:cubicBezTo>
                    <a:pt x="5295" y="191418"/>
                    <a:pt x="4025" y="168414"/>
                    <a:pt x="5295" y="147052"/>
                  </a:cubicBezTo>
                  <a:cubicBezTo>
                    <a:pt x="6565" y="112546"/>
                    <a:pt x="9105" y="74753"/>
                    <a:pt x="10375" y="44450"/>
                  </a:cubicBezTo>
                  <a:cubicBezTo>
                    <a:pt x="10375" y="41910"/>
                    <a:pt x="11645" y="39370"/>
                    <a:pt x="12915" y="38100"/>
                  </a:cubicBezTo>
                  <a:cubicBezTo>
                    <a:pt x="34505" y="35560"/>
                    <a:pt x="64614" y="30480"/>
                    <a:pt x="125641" y="29210"/>
                  </a:cubicBezTo>
                  <a:cubicBezTo>
                    <a:pt x="228624" y="25400"/>
                    <a:pt x="331607" y="22860"/>
                    <a:pt x="438404" y="20320"/>
                  </a:cubicBezTo>
                  <a:cubicBezTo>
                    <a:pt x="510874" y="17780"/>
                    <a:pt x="583343" y="16510"/>
                    <a:pt x="651999" y="13970"/>
                  </a:cubicBezTo>
                  <a:cubicBezTo>
                    <a:pt x="720654" y="11430"/>
                    <a:pt x="793124" y="8890"/>
                    <a:pt x="861779" y="8890"/>
                  </a:cubicBezTo>
                  <a:cubicBezTo>
                    <a:pt x="938063" y="7620"/>
                    <a:pt x="1014346" y="10160"/>
                    <a:pt x="1090630" y="8890"/>
                  </a:cubicBezTo>
                  <a:cubicBezTo>
                    <a:pt x="1185985" y="8890"/>
                    <a:pt x="2913811" y="6350"/>
                    <a:pt x="3009166" y="5080"/>
                  </a:cubicBezTo>
                  <a:cubicBezTo>
                    <a:pt x="3100706" y="3810"/>
                    <a:pt x="3192247" y="2540"/>
                    <a:pt x="3287601" y="2540"/>
                  </a:cubicBezTo>
                  <a:cubicBezTo>
                    <a:pt x="3443983" y="1270"/>
                    <a:pt x="3596550" y="0"/>
                    <a:pt x="3752932" y="0"/>
                  </a:cubicBezTo>
                  <a:cubicBezTo>
                    <a:pt x="3817773" y="0"/>
                    <a:pt x="3886429" y="2540"/>
                    <a:pt x="3951270" y="2540"/>
                  </a:cubicBezTo>
                  <a:cubicBezTo>
                    <a:pt x="4130537" y="3810"/>
                    <a:pt x="4313617" y="5080"/>
                    <a:pt x="4492884" y="7620"/>
                  </a:cubicBezTo>
                  <a:cubicBezTo>
                    <a:pt x="4588239" y="8890"/>
                    <a:pt x="4683593" y="12700"/>
                    <a:pt x="4778948" y="16510"/>
                  </a:cubicBezTo>
                  <a:cubicBezTo>
                    <a:pt x="4801833" y="16510"/>
                    <a:pt x="4824718" y="16510"/>
                    <a:pt x="4843789" y="16510"/>
                  </a:cubicBezTo>
                  <a:cubicBezTo>
                    <a:pt x="4865625" y="17780"/>
                    <a:pt x="4874514" y="20320"/>
                    <a:pt x="4884675" y="21590"/>
                  </a:cubicBezTo>
                  <a:close/>
                  <a:moveTo>
                    <a:pt x="4894834" y="2161699"/>
                  </a:moveTo>
                  <a:cubicBezTo>
                    <a:pt x="4896105" y="2145189"/>
                    <a:pt x="4897375" y="2132489"/>
                    <a:pt x="4897375" y="2119789"/>
                  </a:cubicBezTo>
                  <a:cubicBezTo>
                    <a:pt x="4896105" y="2026841"/>
                    <a:pt x="4894834" y="1939753"/>
                    <a:pt x="4894834" y="1846092"/>
                  </a:cubicBezTo>
                  <a:cubicBezTo>
                    <a:pt x="4894834" y="1803370"/>
                    <a:pt x="4897375" y="1760647"/>
                    <a:pt x="4896105" y="1717925"/>
                  </a:cubicBezTo>
                  <a:cubicBezTo>
                    <a:pt x="4896105" y="1678489"/>
                    <a:pt x="4894834" y="1637409"/>
                    <a:pt x="4893564" y="1597973"/>
                  </a:cubicBezTo>
                  <a:cubicBezTo>
                    <a:pt x="4888484" y="1537176"/>
                    <a:pt x="4877055" y="278506"/>
                    <a:pt x="4877055" y="217709"/>
                  </a:cubicBezTo>
                  <a:cubicBezTo>
                    <a:pt x="4874514" y="166771"/>
                    <a:pt x="4871975" y="114189"/>
                    <a:pt x="4869434" y="63500"/>
                  </a:cubicBezTo>
                  <a:cubicBezTo>
                    <a:pt x="4868164" y="44450"/>
                    <a:pt x="4866895" y="43180"/>
                    <a:pt x="4832347" y="41910"/>
                  </a:cubicBezTo>
                  <a:cubicBezTo>
                    <a:pt x="4820904" y="41910"/>
                    <a:pt x="4813276" y="41910"/>
                    <a:pt x="4801833" y="40640"/>
                  </a:cubicBezTo>
                  <a:cubicBezTo>
                    <a:pt x="4706479" y="36830"/>
                    <a:pt x="4607310" y="31750"/>
                    <a:pt x="4511955" y="30480"/>
                  </a:cubicBezTo>
                  <a:cubicBezTo>
                    <a:pt x="4279289" y="26670"/>
                    <a:pt x="4042810" y="25400"/>
                    <a:pt x="3810145" y="22860"/>
                  </a:cubicBezTo>
                  <a:cubicBezTo>
                    <a:pt x="3775817" y="22860"/>
                    <a:pt x="3737675" y="22860"/>
                    <a:pt x="3703347" y="22860"/>
                  </a:cubicBezTo>
                  <a:cubicBezTo>
                    <a:pt x="3646135" y="22860"/>
                    <a:pt x="3588922" y="22860"/>
                    <a:pt x="3535523" y="22860"/>
                  </a:cubicBezTo>
                  <a:cubicBezTo>
                    <a:pt x="3413469" y="22860"/>
                    <a:pt x="3291415" y="22860"/>
                    <a:pt x="3173176" y="24130"/>
                  </a:cubicBezTo>
                  <a:cubicBezTo>
                    <a:pt x="3070193" y="25400"/>
                    <a:pt x="1334738" y="29210"/>
                    <a:pt x="1231755" y="29210"/>
                  </a:cubicBezTo>
                  <a:cubicBezTo>
                    <a:pt x="1063931" y="29210"/>
                    <a:pt x="896107" y="26670"/>
                    <a:pt x="728282" y="33020"/>
                  </a:cubicBezTo>
                  <a:cubicBezTo>
                    <a:pt x="640556" y="36830"/>
                    <a:pt x="556644" y="36830"/>
                    <a:pt x="472732" y="38100"/>
                  </a:cubicBezTo>
                  <a:cubicBezTo>
                    <a:pt x="327793" y="41910"/>
                    <a:pt x="182854" y="45720"/>
                    <a:pt x="45935" y="50800"/>
                  </a:cubicBezTo>
                  <a:cubicBezTo>
                    <a:pt x="33235" y="50800"/>
                    <a:pt x="30695" y="53340"/>
                    <a:pt x="29425" y="69823"/>
                  </a:cubicBezTo>
                  <a:cubicBezTo>
                    <a:pt x="28155" y="99401"/>
                    <a:pt x="28155" y="128978"/>
                    <a:pt x="26885" y="158555"/>
                  </a:cubicBezTo>
                  <a:cubicBezTo>
                    <a:pt x="25615" y="207850"/>
                    <a:pt x="23075" y="255502"/>
                    <a:pt x="21805" y="304797"/>
                  </a:cubicBezTo>
                  <a:cubicBezTo>
                    <a:pt x="16725" y="357379"/>
                    <a:pt x="23075" y="1642339"/>
                    <a:pt x="25615" y="1694920"/>
                  </a:cubicBezTo>
                  <a:cubicBezTo>
                    <a:pt x="25615" y="1750788"/>
                    <a:pt x="25615" y="1808299"/>
                    <a:pt x="26885" y="1864167"/>
                  </a:cubicBezTo>
                  <a:cubicBezTo>
                    <a:pt x="26885" y="1905246"/>
                    <a:pt x="29425" y="1946326"/>
                    <a:pt x="29425" y="1987405"/>
                  </a:cubicBezTo>
                  <a:cubicBezTo>
                    <a:pt x="29425" y="2031771"/>
                    <a:pt x="29425" y="2076136"/>
                    <a:pt x="28155" y="2119789"/>
                  </a:cubicBezTo>
                  <a:cubicBezTo>
                    <a:pt x="28155" y="2123599"/>
                    <a:pt x="28155" y="2126139"/>
                    <a:pt x="28155" y="2129949"/>
                  </a:cubicBezTo>
                  <a:cubicBezTo>
                    <a:pt x="28155" y="2140109"/>
                    <a:pt x="31965" y="2143919"/>
                    <a:pt x="40855" y="2143919"/>
                  </a:cubicBezTo>
                  <a:cubicBezTo>
                    <a:pt x="72242" y="2143919"/>
                    <a:pt x="125641" y="2145189"/>
                    <a:pt x="175225" y="2145189"/>
                  </a:cubicBezTo>
                  <a:cubicBezTo>
                    <a:pt x="247695" y="2145189"/>
                    <a:pt x="323979" y="2142649"/>
                    <a:pt x="396448" y="2145189"/>
                  </a:cubicBezTo>
                  <a:cubicBezTo>
                    <a:pt x="514688" y="2148999"/>
                    <a:pt x="632928" y="2151539"/>
                    <a:pt x="751168" y="2150269"/>
                  </a:cubicBezTo>
                  <a:cubicBezTo>
                    <a:pt x="827451" y="2148999"/>
                    <a:pt x="899921" y="2151539"/>
                    <a:pt x="976204" y="2151539"/>
                  </a:cubicBezTo>
                  <a:cubicBezTo>
                    <a:pt x="1086816" y="2151539"/>
                    <a:pt x="1197427" y="2150269"/>
                    <a:pt x="1308039" y="2151539"/>
                  </a:cubicBezTo>
                  <a:cubicBezTo>
                    <a:pt x="1472049" y="2152809"/>
                    <a:pt x="3272344" y="2142649"/>
                    <a:pt x="3440169" y="2145189"/>
                  </a:cubicBezTo>
                  <a:cubicBezTo>
                    <a:pt x="3512638" y="2146459"/>
                    <a:pt x="3585108" y="2147729"/>
                    <a:pt x="3653763" y="2147729"/>
                  </a:cubicBezTo>
                  <a:cubicBezTo>
                    <a:pt x="3779631" y="2150269"/>
                    <a:pt x="3901685" y="2146459"/>
                    <a:pt x="4027553" y="2150269"/>
                  </a:cubicBezTo>
                  <a:cubicBezTo>
                    <a:pt x="4130537" y="2152809"/>
                    <a:pt x="4233519" y="2152809"/>
                    <a:pt x="4336502" y="2155349"/>
                  </a:cubicBezTo>
                  <a:cubicBezTo>
                    <a:pt x="4489070" y="2159159"/>
                    <a:pt x="4641638" y="2161699"/>
                    <a:pt x="4794205" y="2162969"/>
                  </a:cubicBezTo>
                  <a:cubicBezTo>
                    <a:pt x="4851418" y="2162969"/>
                    <a:pt x="4874514" y="2161699"/>
                    <a:pt x="4894834" y="2161699"/>
                  </a:cubicBezTo>
                  <a:close/>
                </a:path>
              </a:pathLst>
            </a:custGeom>
            <a:solidFill>
              <a:srgbClr val="FFFFFF"/>
            </a:solidFill>
          </p:spPr>
        </p:sp>
      </p:grpSp>
      <p:grpSp>
        <p:nvGrpSpPr>
          <p:cNvPr name="Group 14" id="14"/>
          <p:cNvGrpSpPr/>
          <p:nvPr/>
        </p:nvGrpSpPr>
        <p:grpSpPr>
          <a:xfrm rot="0">
            <a:off x="5979129" y="9213750"/>
            <a:ext cx="5465742" cy="729000"/>
            <a:chOff x="0" y="0"/>
            <a:chExt cx="10597513" cy="1413456"/>
          </a:xfrm>
        </p:grpSpPr>
        <p:sp>
          <p:nvSpPr>
            <p:cNvPr name="Freeform 15" id="15"/>
            <p:cNvSpPr/>
            <p:nvPr/>
          </p:nvSpPr>
          <p:spPr>
            <a:xfrm flipH="false" flipV="false" rot="0">
              <a:off x="10160" y="16510"/>
              <a:ext cx="10574654" cy="1385516"/>
            </a:xfrm>
            <a:custGeom>
              <a:avLst/>
              <a:gdLst/>
              <a:ahLst/>
              <a:cxnLst/>
              <a:rect r="r" b="b" t="t" l="l"/>
              <a:pathLst>
                <a:path h="1385516" w="10574654">
                  <a:moveTo>
                    <a:pt x="10574654" y="1385516"/>
                  </a:moveTo>
                  <a:lnTo>
                    <a:pt x="0" y="1377896"/>
                  </a:lnTo>
                  <a:lnTo>
                    <a:pt x="0" y="493760"/>
                  </a:lnTo>
                  <a:lnTo>
                    <a:pt x="17780" y="19050"/>
                  </a:lnTo>
                  <a:lnTo>
                    <a:pt x="5271453" y="0"/>
                  </a:lnTo>
                  <a:lnTo>
                    <a:pt x="10555604" y="5080"/>
                  </a:lnTo>
                  <a:close/>
                </a:path>
              </a:pathLst>
            </a:custGeom>
            <a:solidFill>
              <a:srgbClr val="FFFFFF"/>
            </a:solidFill>
          </p:spPr>
        </p:sp>
        <p:sp>
          <p:nvSpPr>
            <p:cNvPr name="Freeform 16" id="16"/>
            <p:cNvSpPr/>
            <p:nvPr/>
          </p:nvSpPr>
          <p:spPr>
            <a:xfrm flipH="false" flipV="false" rot="0">
              <a:off x="-215" y="0"/>
              <a:ext cx="10598998" cy="1411481"/>
            </a:xfrm>
            <a:custGeom>
              <a:avLst/>
              <a:gdLst/>
              <a:ahLst/>
              <a:cxnLst/>
              <a:rect r="r" b="b" t="t" l="l"/>
              <a:pathLst>
                <a:path h="1411481" w="10598998">
                  <a:moveTo>
                    <a:pt x="10565979" y="21590"/>
                  </a:moveTo>
                  <a:cubicBezTo>
                    <a:pt x="10567248" y="34290"/>
                    <a:pt x="10567248" y="44450"/>
                    <a:pt x="10568518" y="54610"/>
                  </a:cubicBezTo>
                  <a:cubicBezTo>
                    <a:pt x="10571058" y="84242"/>
                    <a:pt x="10572329" y="113055"/>
                    <a:pt x="10574868" y="140840"/>
                  </a:cubicBezTo>
                  <a:cubicBezTo>
                    <a:pt x="10574868" y="180973"/>
                    <a:pt x="10587568" y="972315"/>
                    <a:pt x="10593918" y="1012448"/>
                  </a:cubicBezTo>
                  <a:cubicBezTo>
                    <a:pt x="10600268" y="1073162"/>
                    <a:pt x="10596458" y="1134906"/>
                    <a:pt x="10596458" y="1195620"/>
                  </a:cubicBezTo>
                  <a:cubicBezTo>
                    <a:pt x="10596458" y="1249131"/>
                    <a:pt x="10597729" y="1298525"/>
                    <a:pt x="10598998" y="1351226"/>
                  </a:cubicBezTo>
                  <a:cubicBezTo>
                    <a:pt x="10598998" y="1372816"/>
                    <a:pt x="10598998" y="1386786"/>
                    <a:pt x="10598998" y="1410916"/>
                  </a:cubicBezTo>
                  <a:cubicBezTo>
                    <a:pt x="10576138" y="1410916"/>
                    <a:pt x="10555818" y="1412186"/>
                    <a:pt x="10506666" y="1410916"/>
                  </a:cubicBezTo>
                  <a:cubicBezTo>
                    <a:pt x="9965878" y="1405836"/>
                    <a:pt x="9416771" y="1412186"/>
                    <a:pt x="8875983" y="1407106"/>
                  </a:cubicBezTo>
                  <a:cubicBezTo>
                    <a:pt x="8551511" y="1403296"/>
                    <a:pt x="8235359" y="1405836"/>
                    <a:pt x="7910886" y="1403296"/>
                  </a:cubicBezTo>
                  <a:cubicBezTo>
                    <a:pt x="7761130" y="1402026"/>
                    <a:pt x="7611374" y="1400756"/>
                    <a:pt x="7461617" y="1399486"/>
                  </a:cubicBezTo>
                  <a:cubicBezTo>
                    <a:pt x="7370099" y="1399486"/>
                    <a:pt x="7286901" y="1400756"/>
                    <a:pt x="7195383" y="1400756"/>
                  </a:cubicBezTo>
                  <a:cubicBezTo>
                    <a:pt x="6962429" y="1399486"/>
                    <a:pt x="6321803" y="1400756"/>
                    <a:pt x="6088849" y="1399486"/>
                  </a:cubicBezTo>
                  <a:cubicBezTo>
                    <a:pt x="5922453" y="1398216"/>
                    <a:pt x="2594531" y="1407106"/>
                    <a:pt x="2428135" y="1405836"/>
                  </a:cubicBezTo>
                  <a:cubicBezTo>
                    <a:pt x="2386536" y="1405836"/>
                    <a:pt x="2336617" y="1407106"/>
                    <a:pt x="2295018" y="1407106"/>
                  </a:cubicBezTo>
                  <a:cubicBezTo>
                    <a:pt x="2195180" y="1407106"/>
                    <a:pt x="2103662" y="1408376"/>
                    <a:pt x="2003825" y="1408376"/>
                  </a:cubicBezTo>
                  <a:cubicBezTo>
                    <a:pt x="1754231" y="1408376"/>
                    <a:pt x="1512956" y="1407106"/>
                    <a:pt x="1263362" y="1405836"/>
                  </a:cubicBezTo>
                  <a:cubicBezTo>
                    <a:pt x="1113606" y="1404566"/>
                    <a:pt x="963849" y="1403296"/>
                    <a:pt x="822412" y="1402026"/>
                  </a:cubicBezTo>
                  <a:cubicBezTo>
                    <a:pt x="556179" y="1400756"/>
                    <a:pt x="289945" y="1399486"/>
                    <a:pt x="44665" y="1399486"/>
                  </a:cubicBezTo>
                  <a:cubicBezTo>
                    <a:pt x="34505" y="1399486"/>
                    <a:pt x="25615" y="1399486"/>
                    <a:pt x="15455" y="1398216"/>
                  </a:cubicBezTo>
                  <a:cubicBezTo>
                    <a:pt x="6565" y="1396946"/>
                    <a:pt x="1485" y="1390596"/>
                    <a:pt x="4025" y="1381706"/>
                  </a:cubicBezTo>
                  <a:cubicBezTo>
                    <a:pt x="12915" y="1349978"/>
                    <a:pt x="9105" y="1324252"/>
                    <a:pt x="7835" y="1297496"/>
                  </a:cubicBezTo>
                  <a:cubicBezTo>
                    <a:pt x="6565" y="1242956"/>
                    <a:pt x="2755" y="1189446"/>
                    <a:pt x="4025" y="1134906"/>
                  </a:cubicBezTo>
                  <a:cubicBezTo>
                    <a:pt x="1485" y="1066988"/>
                    <a:pt x="-3595" y="226251"/>
                    <a:pt x="4025" y="157305"/>
                  </a:cubicBezTo>
                  <a:cubicBezTo>
                    <a:pt x="5295" y="143927"/>
                    <a:pt x="4025" y="129520"/>
                    <a:pt x="5295" y="116143"/>
                  </a:cubicBezTo>
                  <a:cubicBezTo>
                    <a:pt x="6565" y="94533"/>
                    <a:pt x="9105" y="70864"/>
                    <a:pt x="10375" y="44450"/>
                  </a:cubicBezTo>
                  <a:cubicBezTo>
                    <a:pt x="10375" y="41910"/>
                    <a:pt x="11645" y="39370"/>
                    <a:pt x="12915" y="38100"/>
                  </a:cubicBezTo>
                  <a:cubicBezTo>
                    <a:pt x="34505" y="35560"/>
                    <a:pt x="81950" y="30480"/>
                    <a:pt x="215067" y="29210"/>
                  </a:cubicBezTo>
                  <a:cubicBezTo>
                    <a:pt x="439701" y="25400"/>
                    <a:pt x="664336" y="22860"/>
                    <a:pt x="897291" y="20320"/>
                  </a:cubicBezTo>
                  <a:cubicBezTo>
                    <a:pt x="1055367" y="17780"/>
                    <a:pt x="1213443" y="16510"/>
                    <a:pt x="1363200" y="13970"/>
                  </a:cubicBezTo>
                  <a:cubicBezTo>
                    <a:pt x="1512956" y="11430"/>
                    <a:pt x="1671033" y="8890"/>
                    <a:pt x="1820789" y="8890"/>
                  </a:cubicBezTo>
                  <a:cubicBezTo>
                    <a:pt x="1987185" y="7620"/>
                    <a:pt x="2153581" y="10160"/>
                    <a:pt x="2319977" y="8890"/>
                  </a:cubicBezTo>
                  <a:cubicBezTo>
                    <a:pt x="2527973" y="8890"/>
                    <a:pt x="6296844" y="6350"/>
                    <a:pt x="6504839" y="5080"/>
                  </a:cubicBezTo>
                  <a:cubicBezTo>
                    <a:pt x="6704514" y="3810"/>
                    <a:pt x="6904190" y="2540"/>
                    <a:pt x="7112186" y="2540"/>
                  </a:cubicBezTo>
                  <a:cubicBezTo>
                    <a:pt x="7453297" y="1270"/>
                    <a:pt x="7786089" y="0"/>
                    <a:pt x="8127201" y="0"/>
                  </a:cubicBezTo>
                  <a:cubicBezTo>
                    <a:pt x="8268638" y="0"/>
                    <a:pt x="8418394" y="2540"/>
                    <a:pt x="8559831" y="2540"/>
                  </a:cubicBezTo>
                  <a:cubicBezTo>
                    <a:pt x="8950862" y="3810"/>
                    <a:pt x="9350213" y="5080"/>
                    <a:pt x="9741244" y="7620"/>
                  </a:cubicBezTo>
                  <a:cubicBezTo>
                    <a:pt x="9949239" y="8890"/>
                    <a:pt x="10157234" y="12700"/>
                    <a:pt x="10365229" y="16510"/>
                  </a:cubicBezTo>
                  <a:cubicBezTo>
                    <a:pt x="10415148" y="16510"/>
                    <a:pt x="10465067" y="16510"/>
                    <a:pt x="10506666" y="16510"/>
                  </a:cubicBezTo>
                  <a:cubicBezTo>
                    <a:pt x="10546929" y="17780"/>
                    <a:pt x="10555818" y="20320"/>
                    <a:pt x="10565979" y="21590"/>
                  </a:cubicBezTo>
                  <a:close/>
                  <a:moveTo>
                    <a:pt x="10576138" y="1394406"/>
                  </a:moveTo>
                  <a:cubicBezTo>
                    <a:pt x="10577408" y="1377896"/>
                    <a:pt x="10578679" y="1365196"/>
                    <a:pt x="10578679" y="1352496"/>
                  </a:cubicBezTo>
                  <a:cubicBezTo>
                    <a:pt x="10577408" y="1293380"/>
                    <a:pt x="10576138" y="1238840"/>
                    <a:pt x="10576138" y="1180184"/>
                  </a:cubicBezTo>
                  <a:cubicBezTo>
                    <a:pt x="10576138" y="1153429"/>
                    <a:pt x="10578679" y="1126673"/>
                    <a:pt x="10577408" y="1099918"/>
                  </a:cubicBezTo>
                  <a:cubicBezTo>
                    <a:pt x="10577408" y="1075221"/>
                    <a:pt x="10576138" y="1049494"/>
                    <a:pt x="10574868" y="1024797"/>
                  </a:cubicBezTo>
                  <a:cubicBezTo>
                    <a:pt x="10569788" y="986722"/>
                    <a:pt x="10558358" y="198467"/>
                    <a:pt x="10558358" y="160392"/>
                  </a:cubicBezTo>
                  <a:cubicBezTo>
                    <a:pt x="10555818" y="128491"/>
                    <a:pt x="10553279" y="95562"/>
                    <a:pt x="10550738" y="63500"/>
                  </a:cubicBezTo>
                  <a:cubicBezTo>
                    <a:pt x="10549468" y="44450"/>
                    <a:pt x="10548198" y="43180"/>
                    <a:pt x="10481706" y="41910"/>
                  </a:cubicBezTo>
                  <a:cubicBezTo>
                    <a:pt x="10456747" y="41910"/>
                    <a:pt x="10440107" y="41910"/>
                    <a:pt x="10415148" y="40640"/>
                  </a:cubicBezTo>
                  <a:cubicBezTo>
                    <a:pt x="10207153" y="36830"/>
                    <a:pt x="9990838" y="31750"/>
                    <a:pt x="9782843" y="30480"/>
                  </a:cubicBezTo>
                  <a:cubicBezTo>
                    <a:pt x="9275334" y="26670"/>
                    <a:pt x="8759507" y="25400"/>
                    <a:pt x="8251999" y="22860"/>
                  </a:cubicBezTo>
                  <a:cubicBezTo>
                    <a:pt x="8177121" y="22860"/>
                    <a:pt x="8093923" y="22860"/>
                    <a:pt x="8019044" y="22860"/>
                  </a:cubicBezTo>
                  <a:cubicBezTo>
                    <a:pt x="7894247" y="22860"/>
                    <a:pt x="7769450" y="22860"/>
                    <a:pt x="7652973" y="22860"/>
                  </a:cubicBezTo>
                  <a:cubicBezTo>
                    <a:pt x="7386739" y="22860"/>
                    <a:pt x="7120505" y="22860"/>
                    <a:pt x="6862591" y="24130"/>
                  </a:cubicBezTo>
                  <a:cubicBezTo>
                    <a:pt x="6637956" y="25400"/>
                    <a:pt x="2852445" y="29210"/>
                    <a:pt x="2627810" y="29210"/>
                  </a:cubicBezTo>
                  <a:cubicBezTo>
                    <a:pt x="2261739" y="29210"/>
                    <a:pt x="1895668" y="26670"/>
                    <a:pt x="1529596" y="33020"/>
                  </a:cubicBezTo>
                  <a:cubicBezTo>
                    <a:pt x="1338240" y="36830"/>
                    <a:pt x="1155205" y="36830"/>
                    <a:pt x="972169" y="38100"/>
                  </a:cubicBezTo>
                  <a:cubicBezTo>
                    <a:pt x="656016" y="41910"/>
                    <a:pt x="339864" y="45720"/>
                    <a:pt x="45935" y="50800"/>
                  </a:cubicBezTo>
                  <a:cubicBezTo>
                    <a:pt x="33235" y="50800"/>
                    <a:pt x="30695" y="53340"/>
                    <a:pt x="29425" y="67777"/>
                  </a:cubicBezTo>
                  <a:cubicBezTo>
                    <a:pt x="28155" y="86300"/>
                    <a:pt x="28155" y="104823"/>
                    <a:pt x="26885" y="123346"/>
                  </a:cubicBezTo>
                  <a:cubicBezTo>
                    <a:pt x="25615" y="154218"/>
                    <a:pt x="23075" y="184060"/>
                    <a:pt x="21805" y="214932"/>
                  </a:cubicBezTo>
                  <a:cubicBezTo>
                    <a:pt x="16725" y="247862"/>
                    <a:pt x="23075" y="1052581"/>
                    <a:pt x="25615" y="1085511"/>
                  </a:cubicBezTo>
                  <a:cubicBezTo>
                    <a:pt x="25615" y="1120499"/>
                    <a:pt x="25615" y="1156516"/>
                    <a:pt x="26885" y="1191504"/>
                  </a:cubicBezTo>
                  <a:cubicBezTo>
                    <a:pt x="26885" y="1217230"/>
                    <a:pt x="29425" y="1242956"/>
                    <a:pt x="29425" y="1268683"/>
                  </a:cubicBezTo>
                  <a:cubicBezTo>
                    <a:pt x="29425" y="1296467"/>
                    <a:pt x="29425" y="1324252"/>
                    <a:pt x="28155" y="1352496"/>
                  </a:cubicBezTo>
                  <a:cubicBezTo>
                    <a:pt x="28155" y="1356306"/>
                    <a:pt x="28155" y="1358846"/>
                    <a:pt x="28155" y="1362656"/>
                  </a:cubicBezTo>
                  <a:cubicBezTo>
                    <a:pt x="28155" y="1372816"/>
                    <a:pt x="31965" y="1376626"/>
                    <a:pt x="40855" y="1376626"/>
                  </a:cubicBezTo>
                  <a:cubicBezTo>
                    <a:pt x="98589" y="1376626"/>
                    <a:pt x="215067" y="1377896"/>
                    <a:pt x="323224" y="1377896"/>
                  </a:cubicBezTo>
                  <a:cubicBezTo>
                    <a:pt x="481300" y="1377896"/>
                    <a:pt x="647697" y="1375356"/>
                    <a:pt x="805773" y="1377896"/>
                  </a:cubicBezTo>
                  <a:cubicBezTo>
                    <a:pt x="1063687" y="1381706"/>
                    <a:pt x="1321601" y="1384246"/>
                    <a:pt x="1579515" y="1382976"/>
                  </a:cubicBezTo>
                  <a:cubicBezTo>
                    <a:pt x="1745911" y="1381706"/>
                    <a:pt x="1903987" y="1384246"/>
                    <a:pt x="2070383" y="1384246"/>
                  </a:cubicBezTo>
                  <a:cubicBezTo>
                    <a:pt x="2311658" y="1384246"/>
                    <a:pt x="2552932" y="1382976"/>
                    <a:pt x="2794206" y="1384246"/>
                  </a:cubicBezTo>
                  <a:cubicBezTo>
                    <a:pt x="3151958" y="1385516"/>
                    <a:pt x="7078906" y="1375356"/>
                    <a:pt x="7444978" y="1377896"/>
                  </a:cubicBezTo>
                  <a:cubicBezTo>
                    <a:pt x="7603054" y="1379166"/>
                    <a:pt x="7761130" y="1380436"/>
                    <a:pt x="7910886" y="1380436"/>
                  </a:cubicBezTo>
                  <a:cubicBezTo>
                    <a:pt x="8185440" y="1382976"/>
                    <a:pt x="8451674" y="1379166"/>
                    <a:pt x="8726227" y="1382976"/>
                  </a:cubicBezTo>
                  <a:cubicBezTo>
                    <a:pt x="8950862" y="1385516"/>
                    <a:pt x="9175496" y="1385516"/>
                    <a:pt x="9400131" y="1388056"/>
                  </a:cubicBezTo>
                  <a:cubicBezTo>
                    <a:pt x="9732924" y="1391866"/>
                    <a:pt x="10065716" y="1394406"/>
                    <a:pt x="10398508" y="1395676"/>
                  </a:cubicBezTo>
                  <a:cubicBezTo>
                    <a:pt x="10523305" y="1395676"/>
                    <a:pt x="10555818" y="1394406"/>
                    <a:pt x="10576138" y="1394406"/>
                  </a:cubicBezTo>
                  <a:close/>
                </a:path>
              </a:pathLst>
            </a:custGeom>
            <a:solidFill>
              <a:srgbClr val="FFFFFF"/>
            </a:solidFill>
          </p:spPr>
        </p:sp>
      </p:grpSp>
      <p:sp>
        <p:nvSpPr>
          <p:cNvPr name="Freeform 17" id="17"/>
          <p:cNvSpPr/>
          <p:nvPr/>
        </p:nvSpPr>
        <p:spPr>
          <a:xfrm flipH="false" flipV="false" rot="0">
            <a:off x="272371" y="247260"/>
            <a:ext cx="3581053" cy="1215000"/>
          </a:xfrm>
          <a:custGeom>
            <a:avLst/>
            <a:gdLst/>
            <a:ahLst/>
            <a:cxnLst/>
            <a:rect r="r" b="b" t="t" l="l"/>
            <a:pathLst>
              <a:path h="1215000" w="3581053">
                <a:moveTo>
                  <a:pt x="0" y="0"/>
                </a:moveTo>
                <a:lnTo>
                  <a:pt x="3581053" y="0"/>
                </a:lnTo>
                <a:lnTo>
                  <a:pt x="3581053" y="1215000"/>
                </a:lnTo>
                <a:lnTo>
                  <a:pt x="0" y="1215000"/>
                </a:lnTo>
                <a:lnTo>
                  <a:pt x="0" y="0"/>
                </a:lnTo>
                <a:close/>
              </a:path>
            </a:pathLst>
          </a:custGeom>
          <a:blipFill>
            <a:blip r:embed="rId2"/>
            <a:stretch>
              <a:fillRect l="0" t="0" r="0" b="0"/>
            </a:stretch>
          </a:blipFill>
        </p:spPr>
      </p:sp>
      <p:sp>
        <p:nvSpPr>
          <p:cNvPr name="Freeform 18" id="18"/>
          <p:cNvSpPr/>
          <p:nvPr/>
        </p:nvSpPr>
        <p:spPr>
          <a:xfrm flipH="false" flipV="false" rot="0">
            <a:off x="11019724" y="3752849"/>
            <a:ext cx="7240058" cy="3620029"/>
          </a:xfrm>
          <a:custGeom>
            <a:avLst/>
            <a:gdLst/>
            <a:ahLst/>
            <a:cxnLst/>
            <a:rect r="r" b="b" t="t" l="l"/>
            <a:pathLst>
              <a:path h="3620029" w="7240058">
                <a:moveTo>
                  <a:pt x="0" y="0"/>
                </a:moveTo>
                <a:lnTo>
                  <a:pt x="7240058" y="0"/>
                </a:lnTo>
                <a:lnTo>
                  <a:pt x="7240058" y="3620029"/>
                </a:lnTo>
                <a:lnTo>
                  <a:pt x="0" y="3620029"/>
                </a:lnTo>
                <a:lnTo>
                  <a:pt x="0" y="0"/>
                </a:lnTo>
                <a:close/>
              </a:path>
            </a:pathLst>
          </a:custGeom>
          <a:blipFill>
            <a:blip r:embed="rId3"/>
            <a:stretch>
              <a:fillRect l="0" t="0" r="0" b="0"/>
            </a:stretch>
          </a:blipFill>
        </p:spPr>
      </p:sp>
      <p:sp>
        <p:nvSpPr>
          <p:cNvPr name="Freeform 19" id="19"/>
          <p:cNvSpPr/>
          <p:nvPr/>
        </p:nvSpPr>
        <p:spPr>
          <a:xfrm flipH="false" flipV="false" rot="0">
            <a:off x="4962752" y="4924581"/>
            <a:ext cx="6069681" cy="3015307"/>
          </a:xfrm>
          <a:custGeom>
            <a:avLst/>
            <a:gdLst/>
            <a:ahLst/>
            <a:cxnLst/>
            <a:rect r="r" b="b" t="t" l="l"/>
            <a:pathLst>
              <a:path h="3015307" w="6069681">
                <a:moveTo>
                  <a:pt x="0" y="0"/>
                </a:moveTo>
                <a:lnTo>
                  <a:pt x="6069681" y="0"/>
                </a:lnTo>
                <a:lnTo>
                  <a:pt x="6069681" y="3015307"/>
                </a:lnTo>
                <a:lnTo>
                  <a:pt x="0" y="3015307"/>
                </a:lnTo>
                <a:lnTo>
                  <a:pt x="0" y="0"/>
                </a:lnTo>
                <a:close/>
              </a:path>
            </a:pathLst>
          </a:custGeom>
          <a:blipFill>
            <a:blip r:embed="rId4"/>
            <a:stretch>
              <a:fillRect l="0" t="0" r="0" b="0"/>
            </a:stretch>
          </a:blipFill>
        </p:spPr>
      </p:sp>
      <p:sp>
        <p:nvSpPr>
          <p:cNvPr name="Freeform 20" id="20"/>
          <p:cNvSpPr/>
          <p:nvPr/>
        </p:nvSpPr>
        <p:spPr>
          <a:xfrm flipH="false" flipV="false" rot="0">
            <a:off x="36231" y="5885459"/>
            <a:ext cx="4809661" cy="3741558"/>
          </a:xfrm>
          <a:custGeom>
            <a:avLst/>
            <a:gdLst/>
            <a:ahLst/>
            <a:cxnLst/>
            <a:rect r="r" b="b" t="t" l="l"/>
            <a:pathLst>
              <a:path h="3741558" w="4809661">
                <a:moveTo>
                  <a:pt x="0" y="0"/>
                </a:moveTo>
                <a:lnTo>
                  <a:pt x="4809661" y="0"/>
                </a:lnTo>
                <a:lnTo>
                  <a:pt x="4809661" y="3741558"/>
                </a:lnTo>
                <a:lnTo>
                  <a:pt x="0" y="3741558"/>
                </a:lnTo>
                <a:lnTo>
                  <a:pt x="0" y="0"/>
                </a:lnTo>
                <a:close/>
              </a:path>
            </a:pathLst>
          </a:custGeom>
          <a:blipFill>
            <a:blip r:embed="rId5"/>
            <a:stretch>
              <a:fillRect l="0" t="0" r="0" b="0"/>
            </a:stretch>
          </a:blipFill>
        </p:spPr>
      </p:sp>
      <p:sp>
        <p:nvSpPr>
          <p:cNvPr name="Freeform 21" id="21"/>
          <p:cNvSpPr/>
          <p:nvPr/>
        </p:nvSpPr>
        <p:spPr>
          <a:xfrm flipH="false" flipV="false" rot="0">
            <a:off x="36231" y="2505435"/>
            <a:ext cx="4926520" cy="3257662"/>
          </a:xfrm>
          <a:custGeom>
            <a:avLst/>
            <a:gdLst/>
            <a:ahLst/>
            <a:cxnLst/>
            <a:rect r="r" b="b" t="t" l="l"/>
            <a:pathLst>
              <a:path h="3257662" w="4926520">
                <a:moveTo>
                  <a:pt x="0" y="0"/>
                </a:moveTo>
                <a:lnTo>
                  <a:pt x="4926521" y="0"/>
                </a:lnTo>
                <a:lnTo>
                  <a:pt x="4926521" y="3257661"/>
                </a:lnTo>
                <a:lnTo>
                  <a:pt x="0" y="3257661"/>
                </a:lnTo>
                <a:lnTo>
                  <a:pt x="0" y="0"/>
                </a:lnTo>
                <a:close/>
              </a:path>
            </a:pathLst>
          </a:custGeom>
          <a:blipFill>
            <a:blip r:embed="rId6"/>
            <a:stretch>
              <a:fillRect l="0" t="0" r="0" b="0"/>
            </a:stretch>
          </a:blipFill>
        </p:spPr>
      </p:sp>
      <p:sp>
        <p:nvSpPr>
          <p:cNvPr name="TextBox 22" id="22"/>
          <p:cNvSpPr txBox="true"/>
          <p:nvPr/>
        </p:nvSpPr>
        <p:spPr>
          <a:xfrm rot="0">
            <a:off x="6697338" y="1253872"/>
            <a:ext cx="3244148" cy="386210"/>
          </a:xfrm>
          <a:prstGeom prst="rect">
            <a:avLst/>
          </a:prstGeom>
        </p:spPr>
        <p:txBody>
          <a:bodyPr anchor="t" rtlCol="false" tIns="0" lIns="0" bIns="0" rIns="0">
            <a:spAutoFit/>
          </a:bodyPr>
          <a:lstStyle/>
          <a:p>
            <a:pPr algn="ctr">
              <a:lnSpc>
                <a:spcPts val="2916"/>
              </a:lnSpc>
            </a:pPr>
            <a:r>
              <a:rPr lang="en-US" b="true" sz="2725">
                <a:solidFill>
                  <a:srgbClr val="FFFFFF"/>
                </a:solidFill>
                <a:latin typeface="Cy Grotesk Key Bold"/>
                <a:ea typeface="Cy Grotesk Key Bold"/>
                <a:cs typeface="Cy Grotesk Key Bold"/>
                <a:sym typeface="Cy Grotesk Key Bold"/>
              </a:rPr>
              <a:t>Introduction</a:t>
            </a:r>
          </a:p>
        </p:txBody>
      </p:sp>
      <p:sp>
        <p:nvSpPr>
          <p:cNvPr name="TextBox 23" id="23"/>
          <p:cNvSpPr txBox="true"/>
          <p:nvPr/>
        </p:nvSpPr>
        <p:spPr>
          <a:xfrm rot="0">
            <a:off x="5064628" y="1800490"/>
            <a:ext cx="6912000" cy="826973"/>
          </a:xfrm>
          <a:prstGeom prst="rect">
            <a:avLst/>
          </a:prstGeom>
        </p:spPr>
        <p:txBody>
          <a:bodyPr anchor="t" rtlCol="false" tIns="0" lIns="0" bIns="0" rIns="0">
            <a:spAutoFit/>
          </a:bodyPr>
          <a:lstStyle/>
          <a:p>
            <a:pPr algn="ctr">
              <a:lnSpc>
                <a:spcPts val="1668"/>
              </a:lnSpc>
            </a:pPr>
            <a:r>
              <a:rPr lang="en-US" b="true" sz="1192">
                <a:solidFill>
                  <a:srgbClr val="000000"/>
                </a:solidFill>
                <a:latin typeface="Canva Sans Bold"/>
                <a:ea typeface="Canva Sans Bold"/>
                <a:cs typeface="Canva Sans Bold"/>
                <a:sym typeface="Canva Sans Bold"/>
              </a:rPr>
              <a:t>This project looks like how people view their weight and what they actually do about it. Using data from the wire RBS survey, we focus on questions about way perception.(Q66), weight goals(Q67), and physical activity(Q76). By comparing these, we want to see if people would think they are overweight actually take actions like trying to lose weight or being more active.</a:t>
            </a:r>
          </a:p>
        </p:txBody>
      </p:sp>
      <p:sp>
        <p:nvSpPr>
          <p:cNvPr name="TextBox 24" id="24"/>
          <p:cNvSpPr txBox="true"/>
          <p:nvPr/>
        </p:nvSpPr>
        <p:spPr>
          <a:xfrm rot="0">
            <a:off x="6670069" y="3071084"/>
            <a:ext cx="2160000" cy="379034"/>
          </a:xfrm>
          <a:prstGeom prst="rect">
            <a:avLst/>
          </a:prstGeom>
        </p:spPr>
        <p:txBody>
          <a:bodyPr anchor="t" rtlCol="false" tIns="0" lIns="0" bIns="0" rIns="0">
            <a:spAutoFit/>
          </a:bodyPr>
          <a:lstStyle/>
          <a:p>
            <a:pPr algn="ctr">
              <a:lnSpc>
                <a:spcPts val="2866"/>
              </a:lnSpc>
            </a:pPr>
            <a:r>
              <a:rPr lang="en-US" b="true" sz="2678">
                <a:solidFill>
                  <a:srgbClr val="FFFFFF"/>
                </a:solidFill>
                <a:latin typeface="Cy Grotesk Key Bold"/>
                <a:ea typeface="Cy Grotesk Key Bold"/>
                <a:cs typeface="Cy Grotesk Key Bold"/>
                <a:sym typeface="Cy Grotesk Key Bold"/>
              </a:rPr>
              <a:t>Objective</a:t>
            </a:r>
          </a:p>
        </p:txBody>
      </p:sp>
      <p:sp>
        <p:nvSpPr>
          <p:cNvPr name="TextBox 25" id="25"/>
          <p:cNvSpPr txBox="true"/>
          <p:nvPr/>
        </p:nvSpPr>
        <p:spPr>
          <a:xfrm rot="0">
            <a:off x="6160592" y="3431069"/>
            <a:ext cx="3164867" cy="1455413"/>
          </a:xfrm>
          <a:prstGeom prst="rect">
            <a:avLst/>
          </a:prstGeom>
        </p:spPr>
        <p:txBody>
          <a:bodyPr anchor="t" rtlCol="false" tIns="0" lIns="0" bIns="0" rIns="0">
            <a:spAutoFit/>
          </a:bodyPr>
          <a:lstStyle/>
          <a:p>
            <a:pPr algn="ctr">
              <a:lnSpc>
                <a:spcPts val="1680"/>
              </a:lnSpc>
            </a:pPr>
            <a:r>
              <a:rPr lang="en-US" sz="1200">
                <a:solidFill>
                  <a:srgbClr val="000000"/>
                </a:solidFill>
                <a:latin typeface="Canva Sans"/>
                <a:ea typeface="Canva Sans"/>
                <a:cs typeface="Canva Sans"/>
                <a:sym typeface="Canva Sans"/>
              </a:rPr>
              <a:t>​</a:t>
            </a:r>
          </a:p>
          <a:p>
            <a:pPr algn="ctr">
              <a:lnSpc>
                <a:spcPts val="1680"/>
              </a:lnSpc>
            </a:pPr>
            <a:r>
              <a:rPr lang="en-US" b="true" sz="1200">
                <a:solidFill>
                  <a:srgbClr val="000000"/>
                </a:solidFill>
                <a:latin typeface="Canva Sans Bold"/>
                <a:ea typeface="Canva Sans Bold"/>
                <a:cs typeface="Canva Sans Bold"/>
                <a:sym typeface="Canva Sans Bold"/>
              </a:rPr>
              <a:t>The goal of this project is to analyze the relationship between how people look at their weight (Q66), what they are trying to do about it(Q67), and how physical active they are(Q76)</a:t>
            </a:r>
          </a:p>
          <a:p>
            <a:pPr algn="ctr">
              <a:lnSpc>
                <a:spcPts val="1680"/>
              </a:lnSpc>
            </a:pPr>
          </a:p>
        </p:txBody>
      </p:sp>
      <p:sp>
        <p:nvSpPr>
          <p:cNvPr name="TextBox 26" id="26"/>
          <p:cNvSpPr txBox="true"/>
          <p:nvPr/>
        </p:nvSpPr>
        <p:spPr>
          <a:xfrm rot="0">
            <a:off x="13024696" y="7920838"/>
            <a:ext cx="2841356" cy="1706179"/>
          </a:xfrm>
          <a:prstGeom prst="rect">
            <a:avLst/>
          </a:prstGeom>
        </p:spPr>
        <p:txBody>
          <a:bodyPr anchor="t" rtlCol="false" tIns="0" lIns="0" bIns="0" rIns="0">
            <a:spAutoFit/>
          </a:bodyPr>
          <a:lstStyle/>
          <a:p>
            <a:pPr algn="ctr">
              <a:lnSpc>
                <a:spcPts val="1508"/>
              </a:lnSpc>
            </a:pPr>
            <a:r>
              <a:rPr lang="en-US" b="true" sz="1077">
                <a:solidFill>
                  <a:srgbClr val="000000"/>
                </a:solidFill>
                <a:latin typeface="Canva Sans Bold"/>
                <a:ea typeface="Canva Sans Bold"/>
                <a:cs typeface="Canva Sans Bold"/>
                <a:sym typeface="Canva Sans Bold"/>
              </a:rPr>
              <a:t>In conclusion, there is a clear relationship between way, perception and behavior. People who think they are overweight are more likely to try to lose weight, but this is not always mean that they are more physical active. This shows that even if you're recognized their weight, their actions do not always fully match, especially when it comes to exercise.</a:t>
            </a:r>
          </a:p>
        </p:txBody>
      </p:sp>
      <p:sp>
        <p:nvSpPr>
          <p:cNvPr name="TextBox 27" id="27"/>
          <p:cNvSpPr txBox="true"/>
          <p:nvPr/>
        </p:nvSpPr>
        <p:spPr>
          <a:xfrm rot="0">
            <a:off x="6697338" y="8093704"/>
            <a:ext cx="2014662" cy="315142"/>
          </a:xfrm>
          <a:prstGeom prst="rect">
            <a:avLst/>
          </a:prstGeom>
        </p:spPr>
        <p:txBody>
          <a:bodyPr anchor="t" rtlCol="false" tIns="0" lIns="0" bIns="0" rIns="0">
            <a:spAutoFit/>
          </a:bodyPr>
          <a:lstStyle/>
          <a:p>
            <a:pPr algn="ctr">
              <a:lnSpc>
                <a:spcPts val="2349"/>
              </a:lnSpc>
            </a:pPr>
            <a:r>
              <a:rPr lang="en-US" b="true" sz="2196">
                <a:solidFill>
                  <a:srgbClr val="FFFFFF"/>
                </a:solidFill>
                <a:latin typeface="Cy Grotesk Key Bold"/>
                <a:ea typeface="Cy Grotesk Key Bold"/>
                <a:cs typeface="Cy Grotesk Key Bold"/>
                <a:sym typeface="Cy Grotesk Key Bold"/>
              </a:rPr>
              <a:t>Reference</a:t>
            </a:r>
          </a:p>
        </p:txBody>
      </p:sp>
      <p:sp>
        <p:nvSpPr>
          <p:cNvPr name="TextBox 28" id="28"/>
          <p:cNvSpPr txBox="true"/>
          <p:nvPr/>
        </p:nvSpPr>
        <p:spPr>
          <a:xfrm rot="0">
            <a:off x="4845892" y="8723062"/>
            <a:ext cx="6399386" cy="525796"/>
          </a:xfrm>
          <a:prstGeom prst="rect">
            <a:avLst/>
          </a:prstGeom>
        </p:spPr>
        <p:txBody>
          <a:bodyPr anchor="t" rtlCol="false" tIns="0" lIns="0" bIns="0" rIns="0">
            <a:spAutoFit/>
          </a:bodyPr>
          <a:lstStyle/>
          <a:p>
            <a:pPr algn="ctr">
              <a:lnSpc>
                <a:spcPts val="1469"/>
              </a:lnSpc>
            </a:pPr>
            <a:r>
              <a:rPr lang="en-US" b="true" sz="1049">
                <a:solidFill>
                  <a:srgbClr val="000000"/>
                </a:solidFill>
                <a:latin typeface="Canva Sans Bold"/>
                <a:ea typeface="Canva Sans Bold"/>
                <a:cs typeface="Canva Sans Bold"/>
                <a:sym typeface="Canva Sans Bold"/>
              </a:rPr>
              <a:t>“</a:t>
            </a:r>
            <a:r>
              <a:rPr lang="en-US" b="true" sz="1049">
                <a:solidFill>
                  <a:srgbClr val="000000"/>
                </a:solidFill>
                <a:latin typeface="Canva Sans Bold"/>
                <a:ea typeface="Canva Sans Bold"/>
                <a:cs typeface="Canva Sans Bold"/>
                <a:sym typeface="Canva Sans Bold"/>
              </a:rPr>
              <a:t>C</a:t>
            </a:r>
            <a:r>
              <a:rPr lang="en-US" b="true" sz="1049">
                <a:solidFill>
                  <a:srgbClr val="000000"/>
                </a:solidFill>
                <a:latin typeface="Canva Sans Bold"/>
                <a:ea typeface="Canva Sans Bold"/>
                <a:cs typeface="Canva Sans Bold"/>
                <a:sym typeface="Canva Sans Bold"/>
              </a:rPr>
              <a:t>anva.” Canva, 2026, www.canva.com/design/DAHHlae7zIw/gQUsl3PFw8bdvyHXj4nrzQ/edit. Accessed 24 Apr. 2026.</a:t>
            </a:r>
          </a:p>
          <a:p>
            <a:pPr algn="ctr">
              <a:lnSpc>
                <a:spcPts val="1469"/>
              </a:lnSpc>
            </a:pPr>
          </a:p>
        </p:txBody>
      </p:sp>
      <p:sp>
        <p:nvSpPr>
          <p:cNvPr name="TextBox 29" id="29"/>
          <p:cNvSpPr txBox="true"/>
          <p:nvPr/>
        </p:nvSpPr>
        <p:spPr>
          <a:xfrm rot="0">
            <a:off x="13412980" y="7468004"/>
            <a:ext cx="2064787" cy="361067"/>
          </a:xfrm>
          <a:prstGeom prst="rect">
            <a:avLst/>
          </a:prstGeom>
        </p:spPr>
        <p:txBody>
          <a:bodyPr anchor="t" rtlCol="false" tIns="0" lIns="0" bIns="0" rIns="0">
            <a:spAutoFit/>
          </a:bodyPr>
          <a:lstStyle/>
          <a:p>
            <a:pPr algn="ctr">
              <a:lnSpc>
                <a:spcPts val="2739"/>
              </a:lnSpc>
            </a:pPr>
            <a:r>
              <a:rPr lang="en-US" b="true" sz="2560">
                <a:solidFill>
                  <a:srgbClr val="FFFFFF"/>
                </a:solidFill>
                <a:latin typeface="Cy Grotesk Key Bold"/>
                <a:ea typeface="Cy Grotesk Key Bold"/>
                <a:cs typeface="Cy Grotesk Key Bold"/>
                <a:sym typeface="Cy Grotesk Key Bold"/>
              </a:rPr>
              <a:t>Concluson</a:t>
            </a:r>
          </a:p>
        </p:txBody>
      </p:sp>
      <p:sp>
        <p:nvSpPr>
          <p:cNvPr name="TextBox 30" id="30"/>
          <p:cNvSpPr txBox="true"/>
          <p:nvPr/>
        </p:nvSpPr>
        <p:spPr>
          <a:xfrm rot="0">
            <a:off x="879856" y="2047743"/>
            <a:ext cx="2157104" cy="378488"/>
          </a:xfrm>
          <a:prstGeom prst="rect">
            <a:avLst/>
          </a:prstGeom>
        </p:spPr>
        <p:txBody>
          <a:bodyPr anchor="t" rtlCol="false" tIns="0" lIns="0" bIns="0" rIns="0">
            <a:spAutoFit/>
          </a:bodyPr>
          <a:lstStyle/>
          <a:p>
            <a:pPr algn="ctr">
              <a:lnSpc>
                <a:spcPts val="2862"/>
              </a:lnSpc>
            </a:pPr>
            <a:r>
              <a:rPr lang="en-US" b="true" sz="2675">
                <a:solidFill>
                  <a:srgbClr val="FFFFFF"/>
                </a:solidFill>
                <a:latin typeface="Cy Grotesk Key Bold"/>
                <a:ea typeface="Cy Grotesk Key Bold"/>
                <a:cs typeface="Cy Grotesk Key Bold"/>
                <a:sym typeface="Cy Grotesk Key Bold"/>
              </a:rPr>
              <a:t>Results</a:t>
            </a:r>
          </a:p>
        </p:txBody>
      </p:sp>
      <p:sp>
        <p:nvSpPr>
          <p:cNvPr name="TextBox 31" id="31"/>
          <p:cNvSpPr txBox="true"/>
          <p:nvPr/>
        </p:nvSpPr>
        <p:spPr>
          <a:xfrm rot="0">
            <a:off x="5167944" y="192714"/>
            <a:ext cx="8369584" cy="851608"/>
          </a:xfrm>
          <a:prstGeom prst="rect">
            <a:avLst/>
          </a:prstGeom>
        </p:spPr>
        <p:txBody>
          <a:bodyPr anchor="t" rtlCol="false" tIns="0" lIns="0" bIns="0" rIns="0">
            <a:spAutoFit/>
          </a:bodyPr>
          <a:lstStyle/>
          <a:p>
            <a:pPr algn="ctr">
              <a:lnSpc>
                <a:spcPts val="3338"/>
              </a:lnSpc>
              <a:spcBef>
                <a:spcPct val="0"/>
              </a:spcBef>
            </a:pPr>
            <a:r>
              <a:rPr lang="en-US" b="true" sz="3119">
                <a:solidFill>
                  <a:srgbClr val="000000"/>
                </a:solidFill>
                <a:latin typeface="Cy Grotesk Key Bold"/>
                <a:ea typeface="Cy Grotesk Key Bold"/>
                <a:cs typeface="Cy Grotesk Key Bold"/>
                <a:sym typeface="Cy Grotesk Key Bold"/>
              </a:rPr>
              <a:t>How Weight Perception, Goals, and Physical Activity Relate</a:t>
            </a:r>
          </a:p>
        </p:txBody>
      </p:sp>
      <p:sp>
        <p:nvSpPr>
          <p:cNvPr name="TextBox 32" id="32"/>
          <p:cNvSpPr txBox="true"/>
          <p:nvPr/>
        </p:nvSpPr>
        <p:spPr>
          <a:xfrm rot="0">
            <a:off x="13221994" y="2028399"/>
            <a:ext cx="3244148" cy="386210"/>
          </a:xfrm>
          <a:prstGeom prst="rect">
            <a:avLst/>
          </a:prstGeom>
        </p:spPr>
        <p:txBody>
          <a:bodyPr anchor="t" rtlCol="false" tIns="0" lIns="0" bIns="0" rIns="0">
            <a:spAutoFit/>
          </a:bodyPr>
          <a:lstStyle/>
          <a:p>
            <a:pPr algn="ctr">
              <a:lnSpc>
                <a:spcPts val="2916"/>
              </a:lnSpc>
            </a:pPr>
            <a:r>
              <a:rPr lang="en-US" b="true" sz="2725">
                <a:solidFill>
                  <a:srgbClr val="FFFFFF"/>
                </a:solidFill>
                <a:latin typeface="Cy Grotesk Key Bold"/>
                <a:ea typeface="Cy Grotesk Key Bold"/>
                <a:cs typeface="Cy Grotesk Key Bold"/>
                <a:sym typeface="Cy Grotesk Key Bold"/>
              </a:rPr>
              <a:t>Survey Qestions </a:t>
            </a:r>
          </a:p>
        </p:txBody>
      </p:sp>
      <p:sp>
        <p:nvSpPr>
          <p:cNvPr name="TextBox 33" id="33"/>
          <p:cNvSpPr txBox="true"/>
          <p:nvPr/>
        </p:nvSpPr>
        <p:spPr>
          <a:xfrm rot="0">
            <a:off x="13221994" y="1244347"/>
            <a:ext cx="3626122" cy="269997"/>
          </a:xfrm>
          <a:prstGeom prst="rect">
            <a:avLst/>
          </a:prstGeom>
        </p:spPr>
        <p:txBody>
          <a:bodyPr anchor="t" rtlCol="false" tIns="0" lIns="0" bIns="0" rIns="0">
            <a:spAutoFit/>
          </a:bodyPr>
          <a:lstStyle/>
          <a:p>
            <a:pPr algn="ctr">
              <a:lnSpc>
                <a:spcPts val="2065"/>
              </a:lnSpc>
              <a:spcBef>
                <a:spcPct val="0"/>
              </a:spcBef>
            </a:pPr>
            <a:r>
              <a:rPr lang="en-US" b="true" sz="1930">
                <a:solidFill>
                  <a:srgbClr val="000000"/>
                </a:solidFill>
                <a:latin typeface="Cy Grotesk Key Bold"/>
                <a:ea typeface="Cy Grotesk Key Bold"/>
                <a:cs typeface="Cy Grotesk Key Bold"/>
                <a:sym typeface="Cy Grotesk Key Bold"/>
              </a:rPr>
              <a:t>Luis Lopez, Jordan Maharaj</a:t>
            </a:r>
          </a:p>
        </p:txBody>
      </p:sp>
      <p:sp>
        <p:nvSpPr>
          <p:cNvPr name="TextBox 34" id="34"/>
          <p:cNvSpPr txBox="true"/>
          <p:nvPr/>
        </p:nvSpPr>
        <p:spPr>
          <a:xfrm rot="0">
            <a:off x="13326455" y="724787"/>
            <a:ext cx="3244148" cy="386210"/>
          </a:xfrm>
          <a:prstGeom prst="rect">
            <a:avLst/>
          </a:prstGeom>
        </p:spPr>
        <p:txBody>
          <a:bodyPr anchor="t" rtlCol="false" tIns="0" lIns="0" bIns="0" rIns="0">
            <a:spAutoFit/>
          </a:bodyPr>
          <a:lstStyle/>
          <a:p>
            <a:pPr algn="ctr">
              <a:lnSpc>
                <a:spcPts val="2916"/>
              </a:lnSpc>
            </a:pPr>
            <a:r>
              <a:rPr lang="en-US" b="true" sz="2725">
                <a:solidFill>
                  <a:srgbClr val="FFFFFF"/>
                </a:solidFill>
                <a:latin typeface="Cy Grotesk Key Bold"/>
                <a:ea typeface="Cy Grotesk Key Bold"/>
                <a:cs typeface="Cy Grotesk Key Bold"/>
                <a:sym typeface="Cy Grotesk Key Bold"/>
              </a:rPr>
              <a:t>Authors </a:t>
            </a:r>
          </a:p>
        </p:txBody>
      </p:sp>
      <p:sp>
        <p:nvSpPr>
          <p:cNvPr name="TextBox 35" id="35"/>
          <p:cNvSpPr txBox="true"/>
          <p:nvPr/>
        </p:nvSpPr>
        <p:spPr>
          <a:xfrm rot="0">
            <a:off x="11019724" y="2675927"/>
            <a:ext cx="7268276" cy="1076922"/>
          </a:xfrm>
          <a:prstGeom prst="rect">
            <a:avLst/>
          </a:prstGeom>
        </p:spPr>
        <p:txBody>
          <a:bodyPr anchor="t" rtlCol="false" tIns="0" lIns="0" bIns="0" rIns="0">
            <a:spAutoFit/>
          </a:bodyPr>
          <a:lstStyle/>
          <a:p>
            <a:pPr algn="ctr">
              <a:lnSpc>
                <a:spcPts val="1273"/>
              </a:lnSpc>
            </a:pPr>
            <a:r>
              <a:rPr lang="en-US" sz="1190" b="true">
                <a:solidFill>
                  <a:srgbClr val="000000"/>
                </a:solidFill>
                <a:latin typeface="Cy Grotesk Key Bold"/>
                <a:ea typeface="Cy Grotesk Key Bold"/>
                <a:cs typeface="Cy Grotesk Key Bold"/>
                <a:sym typeface="Cy Grotesk Key Bold"/>
              </a:rPr>
              <a:t>Q66: how do you describe your weight?\</a:t>
            </a:r>
          </a:p>
          <a:p>
            <a:pPr algn="ctr">
              <a:lnSpc>
                <a:spcPts val="1273"/>
              </a:lnSpc>
            </a:pPr>
            <a:r>
              <a:rPr lang="en-US" sz="1190" b="true">
                <a:solidFill>
                  <a:srgbClr val="000000"/>
                </a:solidFill>
                <a:latin typeface="Cy Grotesk Key Bold"/>
                <a:ea typeface="Cy Grotesk Key Bold"/>
                <a:cs typeface="Cy Grotesk Key Bold"/>
                <a:sym typeface="Cy Grotesk Key Bold"/>
              </a:rPr>
              <a:t>(very underweight, slightly overweight, about the right weight, slightly overweight, very overweight)</a:t>
            </a:r>
          </a:p>
          <a:p>
            <a:pPr algn="ctr">
              <a:lnSpc>
                <a:spcPts val="1273"/>
              </a:lnSpc>
            </a:pPr>
            <a:r>
              <a:rPr lang="en-US" sz="1190" b="true">
                <a:solidFill>
                  <a:srgbClr val="000000"/>
                </a:solidFill>
                <a:latin typeface="Cy Grotesk Key Bold"/>
                <a:ea typeface="Cy Grotesk Key Bold"/>
                <a:cs typeface="Cy Grotesk Key Bold"/>
                <a:sym typeface="Cy Grotesk Key Bold"/>
              </a:rPr>
              <a:t>Q67: which of the following are you trying to do about your weight?(lose weight, gain weight, stay the same, not trying to do anything)</a:t>
            </a:r>
          </a:p>
          <a:p>
            <a:pPr algn="ctr">
              <a:lnSpc>
                <a:spcPts val="1273"/>
              </a:lnSpc>
              <a:spcBef>
                <a:spcPct val="0"/>
              </a:spcBef>
            </a:pPr>
            <a:r>
              <a:rPr lang="en-US" b="true" sz="1190">
                <a:solidFill>
                  <a:srgbClr val="000000"/>
                </a:solidFill>
                <a:latin typeface="Cy Grotesk Key Bold"/>
                <a:ea typeface="Cy Grotesk Key Bold"/>
                <a:cs typeface="Cy Grotesk Key Bold"/>
                <a:sym typeface="Cy Grotesk Key Bold"/>
              </a:rPr>
              <a:t>Q76: on how many days were you physically active for at least 60 minutes during the past 7 days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DAHH3_eCAEM</dc:identifier>
  <dcterms:modified xsi:type="dcterms:W3CDTF">2011-08-01T06:04:30Z</dcterms:modified>
  <cp:revision>1</cp:revision>
  <dc:title>Introduction (Presentation)</dc:title>
</cp:coreProperties>
</file>